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3" r:id="rId2"/>
    <p:sldId id="256" r:id="rId3"/>
    <p:sldId id="304" r:id="rId4"/>
    <p:sldId id="305" r:id="rId5"/>
    <p:sldId id="314" r:id="rId6"/>
    <p:sldId id="259" r:id="rId7"/>
    <p:sldId id="311" r:id="rId8"/>
    <p:sldId id="312" r:id="rId9"/>
    <p:sldId id="262" r:id="rId10"/>
    <p:sldId id="263" r:id="rId11"/>
    <p:sldId id="264" r:id="rId12"/>
    <p:sldId id="265" r:id="rId13"/>
    <p:sldId id="266" r:id="rId14"/>
    <p:sldId id="313" r:id="rId15"/>
    <p:sldId id="268" r:id="rId16"/>
    <p:sldId id="269" r:id="rId17"/>
    <p:sldId id="270" r:id="rId18"/>
    <p:sldId id="271" r:id="rId19"/>
    <p:sldId id="327" r:id="rId20"/>
    <p:sldId id="310" r:id="rId21"/>
    <p:sldId id="273" r:id="rId22"/>
    <p:sldId id="308" r:id="rId23"/>
    <p:sldId id="309" r:id="rId24"/>
    <p:sldId id="276" r:id="rId25"/>
    <p:sldId id="277" r:id="rId26"/>
    <p:sldId id="278" r:id="rId27"/>
    <p:sldId id="307" r:id="rId28"/>
    <p:sldId id="281" r:id="rId29"/>
    <p:sldId id="306" r:id="rId30"/>
    <p:sldId id="282" r:id="rId31"/>
    <p:sldId id="283" r:id="rId32"/>
    <p:sldId id="316" r:id="rId33"/>
    <p:sldId id="317" r:id="rId34"/>
    <p:sldId id="286" r:id="rId35"/>
    <p:sldId id="287" r:id="rId36"/>
    <p:sldId id="288" r:id="rId37"/>
    <p:sldId id="289" r:id="rId38"/>
    <p:sldId id="318" r:id="rId39"/>
    <p:sldId id="319" r:id="rId40"/>
    <p:sldId id="293" r:id="rId41"/>
    <p:sldId id="315" r:id="rId42"/>
    <p:sldId id="294" r:id="rId43"/>
    <p:sldId id="321" r:id="rId44"/>
    <p:sldId id="320" r:id="rId45"/>
    <p:sldId id="322" r:id="rId46"/>
    <p:sldId id="323" r:id="rId47"/>
    <p:sldId id="324" r:id="rId48"/>
    <p:sldId id="325" r:id="rId49"/>
    <p:sldId id="32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444"/>
    <p:restoredTop sz="94650"/>
  </p:normalViewPr>
  <p:slideViewPr>
    <p:cSldViewPr snapToGrid="0" snapToObjects="1">
      <p:cViewPr varScale="1">
        <p:scale>
          <a:sx n="99" d="100"/>
          <a:sy n="99" d="100"/>
        </p:scale>
        <p:origin x="176" y="6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127C-827C-454D-85C1-710F96E60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5FFB5-0B5B-1949-A10C-2720C7451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E00A-DBDA-E049-BA79-2E9A1436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0E16-9012-474F-8D34-B60BF3EC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555E-6840-7D43-8B63-D315B56F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8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941C-C80D-D447-82AC-7C85EE56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33329-ECFC-BB42-B2E6-2CCB5374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DD22B-F152-9C46-9A58-D0B965EC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8E8CD-B615-DB4F-B292-47FF79AA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94CF-53A9-514C-BE1F-35653E66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4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795B-990C-D940-B22E-CBED18C1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CBC30-6CFE-424B-AB65-700C0AA24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0FE41-9747-6A41-8BAF-192EAB1B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33CB3-2FE7-5C44-BEF3-C7556A0A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1DECA-C90D-4C41-B8BC-829939A0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2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8BD0-A4D6-374E-B7FB-E0CB8C3C2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1AD8-8EAE-5E43-AFC4-9239285FE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2C683-6BC6-5241-A574-21C315D4D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F555C-249D-C44E-8AAB-3F250AFA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FFD1A-E1C7-0E4C-A3E9-0CD2CB26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0BEBB-41BC-3148-BA2C-D1A34FED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80B6-8290-A440-8C7B-9F60E407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2E0A3-4C6D-A34E-A548-965F3340A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392FB-EE40-9C49-AEF8-C64E162A0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FA975-2900-5346-BCA0-1B6F5FC01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3BB47-F586-4D4A-BBB3-6A0666631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90B48-C0DA-784A-8339-7DCFE6D4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A2C7C-6BF2-7C40-AED6-2BA69EC0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B8EEF-C57F-8A47-BB79-9D45A70B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0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8D34-C665-714F-A764-511422BA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3F079-968C-F844-B7FB-910AB85F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B7674-BD0A-A64D-BD48-C03C6443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DB67C-068B-954E-B147-F9329189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0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Background graphic frame - left side">
            <a:extLst>
              <a:ext uri="{FF2B5EF4-FFF2-40B4-BE49-F238E27FC236}">
                <a16:creationId xmlns:a16="http://schemas.microsoft.com/office/drawing/2014/main" id="{DC8A7F71-950E-0645-87B6-0156B4AAD763}"/>
              </a:ext>
            </a:extLst>
          </p:cNvPr>
          <p:cNvGrpSpPr/>
          <p:nvPr userDrawn="1"/>
        </p:nvGrpSpPr>
        <p:grpSpPr>
          <a:xfrm>
            <a:off x="-349625" y="-1014029"/>
            <a:ext cx="12761259" cy="8886058"/>
            <a:chOff x="338904" y="4251960"/>
            <a:chExt cx="4328346" cy="315468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571E566-C0E9-8C47-A59F-09A6374A38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760" y="4251960"/>
              <a:ext cx="4297689" cy="3154686"/>
            </a:xfrm>
            <a:prstGeom prst="rect">
              <a:avLst/>
            </a:prstGeom>
          </p:spPr>
        </p:pic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8F87E6D-B815-8B42-97EA-12B8D3644D8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5125" y="5489575"/>
              <a:ext cx="4302125" cy="687387"/>
            </a:xfrm>
            <a:prstGeom prst="rect">
              <a:avLst/>
            </a:prstGeom>
            <a:solidFill>
              <a:srgbClr val="8A182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9474AF04-183C-BA4A-B01B-10C2A16FF4A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5125" y="5489575"/>
              <a:ext cx="4302125" cy="0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A8349EF-BB5B-8443-B611-86D1AA3B869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5125" y="6176963"/>
              <a:ext cx="4302125" cy="0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A3DFC0BE-BA4C-AD4F-BE17-CE23D6464B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0700" y="4621213"/>
              <a:ext cx="4016375" cy="2427287"/>
            </a:xfrm>
            <a:custGeom>
              <a:avLst/>
              <a:gdLst>
                <a:gd name="T0" fmla="*/ 1181 w 1264"/>
                <a:gd name="T1" fmla="*/ 299 h 763"/>
                <a:gd name="T2" fmla="*/ 1161 w 1264"/>
                <a:gd name="T3" fmla="*/ 112 h 763"/>
                <a:gd name="T4" fmla="*/ 1068 w 1264"/>
                <a:gd name="T5" fmla="*/ 85 h 763"/>
                <a:gd name="T6" fmla="*/ 1005 w 1264"/>
                <a:gd name="T7" fmla="*/ 25 h 763"/>
                <a:gd name="T8" fmla="*/ 817 w 1264"/>
                <a:gd name="T9" fmla="*/ 58 h 763"/>
                <a:gd name="T10" fmla="*/ 628 w 1264"/>
                <a:gd name="T11" fmla="*/ 0 h 763"/>
                <a:gd name="T12" fmla="*/ 440 w 1264"/>
                <a:gd name="T13" fmla="*/ 58 h 763"/>
                <a:gd name="T14" fmla="*/ 251 w 1264"/>
                <a:gd name="T15" fmla="*/ 25 h 763"/>
                <a:gd name="T16" fmla="*/ 188 w 1264"/>
                <a:gd name="T17" fmla="*/ 85 h 763"/>
                <a:gd name="T18" fmla="*/ 95 w 1264"/>
                <a:gd name="T19" fmla="*/ 112 h 763"/>
                <a:gd name="T20" fmla="*/ 76 w 1264"/>
                <a:gd name="T21" fmla="*/ 299 h 763"/>
                <a:gd name="T22" fmla="*/ 0 w 1264"/>
                <a:gd name="T23" fmla="*/ 383 h 763"/>
                <a:gd name="T24" fmla="*/ 76 w 1264"/>
                <a:gd name="T25" fmla="*/ 464 h 763"/>
                <a:gd name="T26" fmla="*/ 95 w 1264"/>
                <a:gd name="T27" fmla="*/ 651 h 763"/>
                <a:gd name="T28" fmla="*/ 188 w 1264"/>
                <a:gd name="T29" fmla="*/ 678 h 763"/>
                <a:gd name="T30" fmla="*/ 251 w 1264"/>
                <a:gd name="T31" fmla="*/ 738 h 763"/>
                <a:gd name="T32" fmla="*/ 440 w 1264"/>
                <a:gd name="T33" fmla="*/ 705 h 763"/>
                <a:gd name="T34" fmla="*/ 628 w 1264"/>
                <a:gd name="T35" fmla="*/ 763 h 763"/>
                <a:gd name="T36" fmla="*/ 817 w 1264"/>
                <a:gd name="T37" fmla="*/ 705 h 763"/>
                <a:gd name="T38" fmla="*/ 1005 w 1264"/>
                <a:gd name="T39" fmla="*/ 738 h 763"/>
                <a:gd name="T40" fmla="*/ 1068 w 1264"/>
                <a:gd name="T41" fmla="*/ 678 h 763"/>
                <a:gd name="T42" fmla="*/ 1161 w 1264"/>
                <a:gd name="T43" fmla="*/ 651 h 763"/>
                <a:gd name="T44" fmla="*/ 1181 w 1264"/>
                <a:gd name="T45" fmla="*/ 464 h 763"/>
                <a:gd name="T46" fmla="*/ 1264 w 1264"/>
                <a:gd name="T47" fmla="*/ 383 h 763"/>
                <a:gd name="T48" fmla="*/ 1181 w 1264"/>
                <a:gd name="T49" fmla="*/ 29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64" h="763">
                  <a:moveTo>
                    <a:pt x="1181" y="299"/>
                  </a:moveTo>
                  <a:cubicBezTo>
                    <a:pt x="1169" y="255"/>
                    <a:pt x="1210" y="158"/>
                    <a:pt x="1161" y="112"/>
                  </a:cubicBezTo>
                  <a:cubicBezTo>
                    <a:pt x="1114" y="67"/>
                    <a:pt x="1068" y="85"/>
                    <a:pt x="1068" y="85"/>
                  </a:cubicBezTo>
                  <a:cubicBezTo>
                    <a:pt x="1068" y="85"/>
                    <a:pt x="1065" y="37"/>
                    <a:pt x="1005" y="25"/>
                  </a:cubicBezTo>
                  <a:cubicBezTo>
                    <a:pt x="958" y="16"/>
                    <a:pt x="923" y="43"/>
                    <a:pt x="817" y="58"/>
                  </a:cubicBezTo>
                  <a:cubicBezTo>
                    <a:pt x="721" y="71"/>
                    <a:pt x="642" y="12"/>
                    <a:pt x="628" y="0"/>
                  </a:cubicBezTo>
                  <a:cubicBezTo>
                    <a:pt x="614" y="12"/>
                    <a:pt x="536" y="71"/>
                    <a:pt x="440" y="58"/>
                  </a:cubicBezTo>
                  <a:cubicBezTo>
                    <a:pt x="333" y="43"/>
                    <a:pt x="298" y="16"/>
                    <a:pt x="251" y="25"/>
                  </a:cubicBezTo>
                  <a:cubicBezTo>
                    <a:pt x="191" y="37"/>
                    <a:pt x="188" y="85"/>
                    <a:pt x="188" y="85"/>
                  </a:cubicBezTo>
                  <a:cubicBezTo>
                    <a:pt x="188" y="85"/>
                    <a:pt x="143" y="67"/>
                    <a:pt x="95" y="112"/>
                  </a:cubicBezTo>
                  <a:cubicBezTo>
                    <a:pt x="46" y="158"/>
                    <a:pt x="87" y="255"/>
                    <a:pt x="76" y="299"/>
                  </a:cubicBezTo>
                  <a:cubicBezTo>
                    <a:pt x="65" y="342"/>
                    <a:pt x="0" y="383"/>
                    <a:pt x="0" y="383"/>
                  </a:cubicBezTo>
                  <a:cubicBezTo>
                    <a:pt x="0" y="383"/>
                    <a:pt x="65" y="421"/>
                    <a:pt x="76" y="464"/>
                  </a:cubicBezTo>
                  <a:cubicBezTo>
                    <a:pt x="87" y="507"/>
                    <a:pt x="46" y="605"/>
                    <a:pt x="95" y="651"/>
                  </a:cubicBezTo>
                  <a:cubicBezTo>
                    <a:pt x="143" y="696"/>
                    <a:pt x="188" y="678"/>
                    <a:pt x="188" y="678"/>
                  </a:cubicBezTo>
                  <a:cubicBezTo>
                    <a:pt x="188" y="678"/>
                    <a:pt x="191" y="726"/>
                    <a:pt x="251" y="738"/>
                  </a:cubicBezTo>
                  <a:cubicBezTo>
                    <a:pt x="298" y="747"/>
                    <a:pt x="333" y="720"/>
                    <a:pt x="440" y="705"/>
                  </a:cubicBezTo>
                  <a:cubicBezTo>
                    <a:pt x="536" y="692"/>
                    <a:pt x="614" y="751"/>
                    <a:pt x="628" y="763"/>
                  </a:cubicBezTo>
                  <a:cubicBezTo>
                    <a:pt x="642" y="751"/>
                    <a:pt x="721" y="692"/>
                    <a:pt x="817" y="705"/>
                  </a:cubicBezTo>
                  <a:cubicBezTo>
                    <a:pt x="923" y="720"/>
                    <a:pt x="958" y="747"/>
                    <a:pt x="1005" y="738"/>
                  </a:cubicBezTo>
                  <a:cubicBezTo>
                    <a:pt x="1065" y="726"/>
                    <a:pt x="1068" y="678"/>
                    <a:pt x="1068" y="678"/>
                  </a:cubicBezTo>
                  <a:cubicBezTo>
                    <a:pt x="1068" y="678"/>
                    <a:pt x="1114" y="696"/>
                    <a:pt x="1161" y="651"/>
                  </a:cubicBezTo>
                  <a:cubicBezTo>
                    <a:pt x="1210" y="605"/>
                    <a:pt x="1169" y="507"/>
                    <a:pt x="1181" y="464"/>
                  </a:cubicBezTo>
                  <a:cubicBezTo>
                    <a:pt x="1192" y="421"/>
                    <a:pt x="1264" y="383"/>
                    <a:pt x="1264" y="383"/>
                  </a:cubicBezTo>
                  <a:cubicBezTo>
                    <a:pt x="1264" y="383"/>
                    <a:pt x="1192" y="342"/>
                    <a:pt x="1181" y="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47EC26B3-7ADB-604C-8F51-12466FCBE1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5150" y="4659313"/>
              <a:ext cx="3927475" cy="2351087"/>
            </a:xfrm>
            <a:custGeom>
              <a:avLst/>
              <a:gdLst>
                <a:gd name="T0" fmla="*/ 1154 w 1236"/>
                <a:gd name="T1" fmla="*/ 289 h 739"/>
                <a:gd name="T2" fmla="*/ 1139 w 1236"/>
                <a:gd name="T3" fmla="*/ 104 h 739"/>
                <a:gd name="T4" fmla="*/ 1048 w 1236"/>
                <a:gd name="T5" fmla="*/ 82 h 739"/>
                <a:gd name="T6" fmla="*/ 991 w 1236"/>
                <a:gd name="T7" fmla="*/ 24 h 739"/>
                <a:gd name="T8" fmla="*/ 799 w 1236"/>
                <a:gd name="T9" fmla="*/ 55 h 739"/>
                <a:gd name="T10" fmla="*/ 614 w 1236"/>
                <a:gd name="T11" fmla="*/ 0 h 739"/>
                <a:gd name="T12" fmla="*/ 430 w 1236"/>
                <a:gd name="T13" fmla="*/ 55 h 739"/>
                <a:gd name="T14" fmla="*/ 238 w 1236"/>
                <a:gd name="T15" fmla="*/ 24 h 739"/>
                <a:gd name="T16" fmla="*/ 180 w 1236"/>
                <a:gd name="T17" fmla="*/ 82 h 739"/>
                <a:gd name="T18" fmla="*/ 89 w 1236"/>
                <a:gd name="T19" fmla="*/ 104 h 739"/>
                <a:gd name="T20" fmla="*/ 74 w 1236"/>
                <a:gd name="T21" fmla="*/ 289 h 739"/>
                <a:gd name="T22" fmla="*/ 0 w 1236"/>
                <a:gd name="T23" fmla="*/ 371 h 739"/>
                <a:gd name="T24" fmla="*/ 74 w 1236"/>
                <a:gd name="T25" fmla="*/ 449 h 739"/>
                <a:gd name="T26" fmla="*/ 89 w 1236"/>
                <a:gd name="T27" fmla="*/ 635 h 739"/>
                <a:gd name="T28" fmla="*/ 180 w 1236"/>
                <a:gd name="T29" fmla="*/ 657 h 739"/>
                <a:gd name="T30" fmla="*/ 238 w 1236"/>
                <a:gd name="T31" fmla="*/ 715 h 739"/>
                <a:gd name="T32" fmla="*/ 430 w 1236"/>
                <a:gd name="T33" fmla="*/ 683 h 739"/>
                <a:gd name="T34" fmla="*/ 614 w 1236"/>
                <a:gd name="T35" fmla="*/ 739 h 739"/>
                <a:gd name="T36" fmla="*/ 799 w 1236"/>
                <a:gd name="T37" fmla="*/ 683 h 739"/>
                <a:gd name="T38" fmla="*/ 991 w 1236"/>
                <a:gd name="T39" fmla="*/ 715 h 739"/>
                <a:gd name="T40" fmla="*/ 1048 w 1236"/>
                <a:gd name="T41" fmla="*/ 657 h 739"/>
                <a:gd name="T42" fmla="*/ 1139 w 1236"/>
                <a:gd name="T43" fmla="*/ 635 h 739"/>
                <a:gd name="T44" fmla="*/ 1154 w 1236"/>
                <a:gd name="T45" fmla="*/ 449 h 739"/>
                <a:gd name="T46" fmla="*/ 1236 w 1236"/>
                <a:gd name="T47" fmla="*/ 371 h 739"/>
                <a:gd name="T48" fmla="*/ 1154 w 1236"/>
                <a:gd name="T49" fmla="*/ 28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36" h="739">
                  <a:moveTo>
                    <a:pt x="1154" y="289"/>
                  </a:moveTo>
                  <a:cubicBezTo>
                    <a:pt x="1144" y="247"/>
                    <a:pt x="1187" y="149"/>
                    <a:pt x="1139" y="104"/>
                  </a:cubicBezTo>
                  <a:cubicBezTo>
                    <a:pt x="1093" y="60"/>
                    <a:pt x="1048" y="82"/>
                    <a:pt x="1048" y="82"/>
                  </a:cubicBezTo>
                  <a:cubicBezTo>
                    <a:pt x="1048" y="82"/>
                    <a:pt x="1049" y="35"/>
                    <a:pt x="991" y="24"/>
                  </a:cubicBezTo>
                  <a:cubicBezTo>
                    <a:pt x="945" y="16"/>
                    <a:pt x="903" y="41"/>
                    <a:pt x="799" y="55"/>
                  </a:cubicBezTo>
                  <a:cubicBezTo>
                    <a:pt x="705" y="68"/>
                    <a:pt x="628" y="11"/>
                    <a:pt x="614" y="0"/>
                  </a:cubicBezTo>
                  <a:cubicBezTo>
                    <a:pt x="601" y="11"/>
                    <a:pt x="524" y="68"/>
                    <a:pt x="430" y="55"/>
                  </a:cubicBezTo>
                  <a:cubicBezTo>
                    <a:pt x="326" y="41"/>
                    <a:pt x="284" y="16"/>
                    <a:pt x="238" y="24"/>
                  </a:cubicBezTo>
                  <a:cubicBezTo>
                    <a:pt x="180" y="35"/>
                    <a:pt x="180" y="82"/>
                    <a:pt x="180" y="82"/>
                  </a:cubicBezTo>
                  <a:cubicBezTo>
                    <a:pt x="180" y="82"/>
                    <a:pt x="136" y="60"/>
                    <a:pt x="89" y="104"/>
                  </a:cubicBezTo>
                  <a:cubicBezTo>
                    <a:pt x="42" y="149"/>
                    <a:pt x="85" y="247"/>
                    <a:pt x="74" y="289"/>
                  </a:cubicBezTo>
                  <a:cubicBezTo>
                    <a:pt x="63" y="332"/>
                    <a:pt x="0" y="371"/>
                    <a:pt x="0" y="371"/>
                  </a:cubicBezTo>
                  <a:cubicBezTo>
                    <a:pt x="0" y="371"/>
                    <a:pt x="63" y="407"/>
                    <a:pt x="74" y="449"/>
                  </a:cubicBezTo>
                  <a:cubicBezTo>
                    <a:pt x="85" y="492"/>
                    <a:pt x="42" y="590"/>
                    <a:pt x="89" y="635"/>
                  </a:cubicBezTo>
                  <a:cubicBezTo>
                    <a:pt x="136" y="679"/>
                    <a:pt x="180" y="657"/>
                    <a:pt x="180" y="657"/>
                  </a:cubicBezTo>
                  <a:cubicBezTo>
                    <a:pt x="180" y="657"/>
                    <a:pt x="180" y="704"/>
                    <a:pt x="238" y="715"/>
                  </a:cubicBezTo>
                  <a:cubicBezTo>
                    <a:pt x="284" y="723"/>
                    <a:pt x="326" y="697"/>
                    <a:pt x="430" y="683"/>
                  </a:cubicBezTo>
                  <a:cubicBezTo>
                    <a:pt x="524" y="671"/>
                    <a:pt x="601" y="728"/>
                    <a:pt x="614" y="739"/>
                  </a:cubicBezTo>
                  <a:cubicBezTo>
                    <a:pt x="628" y="728"/>
                    <a:pt x="705" y="671"/>
                    <a:pt x="799" y="683"/>
                  </a:cubicBezTo>
                  <a:cubicBezTo>
                    <a:pt x="903" y="697"/>
                    <a:pt x="945" y="723"/>
                    <a:pt x="991" y="715"/>
                  </a:cubicBezTo>
                  <a:cubicBezTo>
                    <a:pt x="1049" y="704"/>
                    <a:pt x="1048" y="657"/>
                    <a:pt x="1048" y="657"/>
                  </a:cubicBezTo>
                  <a:cubicBezTo>
                    <a:pt x="1048" y="657"/>
                    <a:pt x="1093" y="679"/>
                    <a:pt x="1139" y="635"/>
                  </a:cubicBezTo>
                  <a:cubicBezTo>
                    <a:pt x="1187" y="590"/>
                    <a:pt x="1144" y="492"/>
                    <a:pt x="1154" y="449"/>
                  </a:cubicBezTo>
                  <a:cubicBezTo>
                    <a:pt x="1165" y="407"/>
                    <a:pt x="1236" y="371"/>
                    <a:pt x="1236" y="371"/>
                  </a:cubicBezTo>
                  <a:cubicBezTo>
                    <a:pt x="1236" y="371"/>
                    <a:pt x="1165" y="332"/>
                    <a:pt x="1154" y="289"/>
                  </a:cubicBezTo>
                  <a:close/>
                </a:path>
              </a:pathLst>
            </a:custGeom>
            <a:solidFill>
              <a:srgbClr val="D97D6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3D8458E7-C278-E54B-8949-DE51BDD2AF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6425" y="4697413"/>
              <a:ext cx="3844925" cy="2271712"/>
            </a:xfrm>
            <a:custGeom>
              <a:avLst/>
              <a:gdLst>
                <a:gd name="T0" fmla="*/ 1130 w 1210"/>
                <a:gd name="T1" fmla="*/ 280 h 714"/>
                <a:gd name="T2" fmla="*/ 1115 w 1210"/>
                <a:gd name="T3" fmla="*/ 101 h 714"/>
                <a:gd name="T4" fmla="*/ 1026 w 1210"/>
                <a:gd name="T5" fmla="*/ 79 h 714"/>
                <a:gd name="T6" fmla="*/ 970 w 1210"/>
                <a:gd name="T7" fmla="*/ 24 h 714"/>
                <a:gd name="T8" fmla="*/ 782 w 1210"/>
                <a:gd name="T9" fmla="*/ 54 h 714"/>
                <a:gd name="T10" fmla="*/ 601 w 1210"/>
                <a:gd name="T11" fmla="*/ 0 h 714"/>
                <a:gd name="T12" fmla="*/ 421 w 1210"/>
                <a:gd name="T13" fmla="*/ 54 h 714"/>
                <a:gd name="T14" fmla="*/ 233 w 1210"/>
                <a:gd name="T15" fmla="*/ 24 h 714"/>
                <a:gd name="T16" fmla="*/ 177 w 1210"/>
                <a:gd name="T17" fmla="*/ 79 h 714"/>
                <a:gd name="T18" fmla="*/ 87 w 1210"/>
                <a:gd name="T19" fmla="*/ 101 h 714"/>
                <a:gd name="T20" fmla="*/ 73 w 1210"/>
                <a:gd name="T21" fmla="*/ 280 h 714"/>
                <a:gd name="T22" fmla="*/ 0 w 1210"/>
                <a:gd name="T23" fmla="*/ 359 h 714"/>
                <a:gd name="T24" fmla="*/ 73 w 1210"/>
                <a:gd name="T25" fmla="*/ 435 h 714"/>
                <a:gd name="T26" fmla="*/ 87 w 1210"/>
                <a:gd name="T27" fmla="*/ 614 h 714"/>
                <a:gd name="T28" fmla="*/ 177 w 1210"/>
                <a:gd name="T29" fmla="*/ 635 h 714"/>
                <a:gd name="T30" fmla="*/ 233 w 1210"/>
                <a:gd name="T31" fmla="*/ 691 h 714"/>
                <a:gd name="T32" fmla="*/ 421 w 1210"/>
                <a:gd name="T33" fmla="*/ 661 h 714"/>
                <a:gd name="T34" fmla="*/ 601 w 1210"/>
                <a:gd name="T35" fmla="*/ 714 h 714"/>
                <a:gd name="T36" fmla="*/ 782 w 1210"/>
                <a:gd name="T37" fmla="*/ 661 h 714"/>
                <a:gd name="T38" fmla="*/ 970 w 1210"/>
                <a:gd name="T39" fmla="*/ 691 h 714"/>
                <a:gd name="T40" fmla="*/ 1026 w 1210"/>
                <a:gd name="T41" fmla="*/ 635 h 714"/>
                <a:gd name="T42" fmla="*/ 1115 w 1210"/>
                <a:gd name="T43" fmla="*/ 614 h 714"/>
                <a:gd name="T44" fmla="*/ 1130 w 1210"/>
                <a:gd name="T45" fmla="*/ 435 h 714"/>
                <a:gd name="T46" fmla="*/ 1210 w 1210"/>
                <a:gd name="T47" fmla="*/ 359 h 714"/>
                <a:gd name="T48" fmla="*/ 1130 w 1210"/>
                <a:gd name="T49" fmla="*/ 280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10" h="714">
                  <a:moveTo>
                    <a:pt x="1130" y="280"/>
                  </a:moveTo>
                  <a:cubicBezTo>
                    <a:pt x="1119" y="239"/>
                    <a:pt x="1162" y="144"/>
                    <a:pt x="1115" y="101"/>
                  </a:cubicBezTo>
                  <a:cubicBezTo>
                    <a:pt x="1070" y="59"/>
                    <a:pt x="1026" y="79"/>
                    <a:pt x="1026" y="79"/>
                  </a:cubicBezTo>
                  <a:cubicBezTo>
                    <a:pt x="1026" y="79"/>
                    <a:pt x="1027" y="35"/>
                    <a:pt x="970" y="24"/>
                  </a:cubicBezTo>
                  <a:cubicBezTo>
                    <a:pt x="925" y="15"/>
                    <a:pt x="884" y="41"/>
                    <a:pt x="782" y="54"/>
                  </a:cubicBezTo>
                  <a:cubicBezTo>
                    <a:pt x="690" y="66"/>
                    <a:pt x="615" y="11"/>
                    <a:pt x="601" y="0"/>
                  </a:cubicBezTo>
                  <a:cubicBezTo>
                    <a:pt x="588" y="11"/>
                    <a:pt x="513" y="66"/>
                    <a:pt x="421" y="54"/>
                  </a:cubicBezTo>
                  <a:cubicBezTo>
                    <a:pt x="319" y="41"/>
                    <a:pt x="278" y="15"/>
                    <a:pt x="233" y="24"/>
                  </a:cubicBezTo>
                  <a:cubicBezTo>
                    <a:pt x="176" y="35"/>
                    <a:pt x="177" y="79"/>
                    <a:pt x="177" y="79"/>
                  </a:cubicBezTo>
                  <a:cubicBezTo>
                    <a:pt x="177" y="79"/>
                    <a:pt x="133" y="59"/>
                    <a:pt x="87" y="101"/>
                  </a:cubicBezTo>
                  <a:cubicBezTo>
                    <a:pt x="41" y="144"/>
                    <a:pt x="84" y="239"/>
                    <a:pt x="73" y="280"/>
                  </a:cubicBezTo>
                  <a:cubicBezTo>
                    <a:pt x="62" y="321"/>
                    <a:pt x="0" y="359"/>
                    <a:pt x="0" y="359"/>
                  </a:cubicBezTo>
                  <a:cubicBezTo>
                    <a:pt x="0" y="359"/>
                    <a:pt x="62" y="394"/>
                    <a:pt x="73" y="435"/>
                  </a:cubicBezTo>
                  <a:cubicBezTo>
                    <a:pt x="84" y="475"/>
                    <a:pt x="41" y="571"/>
                    <a:pt x="87" y="614"/>
                  </a:cubicBezTo>
                  <a:cubicBezTo>
                    <a:pt x="133" y="656"/>
                    <a:pt x="177" y="635"/>
                    <a:pt x="177" y="635"/>
                  </a:cubicBezTo>
                  <a:cubicBezTo>
                    <a:pt x="177" y="635"/>
                    <a:pt x="176" y="680"/>
                    <a:pt x="233" y="691"/>
                  </a:cubicBezTo>
                  <a:cubicBezTo>
                    <a:pt x="278" y="699"/>
                    <a:pt x="319" y="674"/>
                    <a:pt x="421" y="661"/>
                  </a:cubicBezTo>
                  <a:cubicBezTo>
                    <a:pt x="513" y="649"/>
                    <a:pt x="588" y="704"/>
                    <a:pt x="601" y="714"/>
                  </a:cubicBezTo>
                  <a:cubicBezTo>
                    <a:pt x="615" y="704"/>
                    <a:pt x="690" y="649"/>
                    <a:pt x="782" y="661"/>
                  </a:cubicBezTo>
                  <a:cubicBezTo>
                    <a:pt x="884" y="674"/>
                    <a:pt x="925" y="699"/>
                    <a:pt x="970" y="691"/>
                  </a:cubicBezTo>
                  <a:cubicBezTo>
                    <a:pt x="1027" y="680"/>
                    <a:pt x="1026" y="635"/>
                    <a:pt x="1026" y="635"/>
                  </a:cubicBezTo>
                  <a:cubicBezTo>
                    <a:pt x="1026" y="635"/>
                    <a:pt x="1070" y="656"/>
                    <a:pt x="1115" y="614"/>
                  </a:cubicBezTo>
                  <a:cubicBezTo>
                    <a:pt x="1162" y="571"/>
                    <a:pt x="1119" y="475"/>
                    <a:pt x="1130" y="435"/>
                  </a:cubicBezTo>
                  <a:cubicBezTo>
                    <a:pt x="1141" y="394"/>
                    <a:pt x="1210" y="359"/>
                    <a:pt x="1210" y="359"/>
                  </a:cubicBezTo>
                  <a:cubicBezTo>
                    <a:pt x="1210" y="359"/>
                    <a:pt x="1141" y="321"/>
                    <a:pt x="1130" y="280"/>
                  </a:cubicBezTo>
                  <a:close/>
                </a:path>
              </a:pathLst>
            </a:custGeom>
            <a:solidFill>
              <a:srgbClr val="8A182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E7920C7C-70FD-AE45-8015-CD59BA5C2A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5650" y="4821238"/>
              <a:ext cx="3543300" cy="2027237"/>
            </a:xfrm>
            <a:custGeom>
              <a:avLst/>
              <a:gdLst>
                <a:gd name="T0" fmla="*/ 1052 w 1115"/>
                <a:gd name="T1" fmla="*/ 249 h 637"/>
                <a:gd name="T2" fmla="*/ 1038 w 1115"/>
                <a:gd name="T3" fmla="*/ 87 h 637"/>
                <a:gd name="T4" fmla="*/ 958 w 1115"/>
                <a:gd name="T5" fmla="*/ 67 h 637"/>
                <a:gd name="T6" fmla="*/ 901 w 1115"/>
                <a:gd name="T7" fmla="*/ 17 h 637"/>
                <a:gd name="T8" fmla="*/ 725 w 1115"/>
                <a:gd name="T9" fmla="*/ 44 h 637"/>
                <a:gd name="T10" fmla="*/ 555 w 1115"/>
                <a:gd name="T11" fmla="*/ 0 h 637"/>
                <a:gd name="T12" fmla="*/ 385 w 1115"/>
                <a:gd name="T13" fmla="*/ 44 h 637"/>
                <a:gd name="T14" fmla="*/ 208 w 1115"/>
                <a:gd name="T15" fmla="*/ 17 h 637"/>
                <a:gd name="T16" fmla="*/ 151 w 1115"/>
                <a:gd name="T17" fmla="*/ 67 h 637"/>
                <a:gd name="T18" fmla="*/ 71 w 1115"/>
                <a:gd name="T19" fmla="*/ 87 h 637"/>
                <a:gd name="T20" fmla="*/ 57 w 1115"/>
                <a:gd name="T21" fmla="*/ 249 h 637"/>
                <a:gd name="T22" fmla="*/ 0 w 1115"/>
                <a:gd name="T23" fmla="*/ 320 h 637"/>
                <a:gd name="T24" fmla="*/ 57 w 1115"/>
                <a:gd name="T25" fmla="*/ 388 h 637"/>
                <a:gd name="T26" fmla="*/ 71 w 1115"/>
                <a:gd name="T27" fmla="*/ 550 h 637"/>
                <a:gd name="T28" fmla="*/ 151 w 1115"/>
                <a:gd name="T29" fmla="*/ 570 h 637"/>
                <a:gd name="T30" fmla="*/ 208 w 1115"/>
                <a:gd name="T31" fmla="*/ 620 h 637"/>
                <a:gd name="T32" fmla="*/ 385 w 1115"/>
                <a:gd name="T33" fmla="*/ 593 h 637"/>
                <a:gd name="T34" fmla="*/ 555 w 1115"/>
                <a:gd name="T35" fmla="*/ 637 h 637"/>
                <a:gd name="T36" fmla="*/ 725 w 1115"/>
                <a:gd name="T37" fmla="*/ 593 h 637"/>
                <a:gd name="T38" fmla="*/ 901 w 1115"/>
                <a:gd name="T39" fmla="*/ 620 h 637"/>
                <a:gd name="T40" fmla="*/ 958 w 1115"/>
                <a:gd name="T41" fmla="*/ 570 h 637"/>
                <a:gd name="T42" fmla="*/ 1038 w 1115"/>
                <a:gd name="T43" fmla="*/ 550 h 637"/>
                <a:gd name="T44" fmla="*/ 1052 w 1115"/>
                <a:gd name="T45" fmla="*/ 388 h 637"/>
                <a:gd name="T46" fmla="*/ 1115 w 1115"/>
                <a:gd name="T47" fmla="*/ 320 h 637"/>
                <a:gd name="T48" fmla="*/ 1052 w 1115"/>
                <a:gd name="T49" fmla="*/ 249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15" h="637">
                  <a:moveTo>
                    <a:pt x="1052" y="249"/>
                  </a:moveTo>
                  <a:cubicBezTo>
                    <a:pt x="1042" y="212"/>
                    <a:pt x="1082" y="126"/>
                    <a:pt x="1038" y="87"/>
                  </a:cubicBezTo>
                  <a:cubicBezTo>
                    <a:pt x="995" y="49"/>
                    <a:pt x="958" y="67"/>
                    <a:pt x="958" y="67"/>
                  </a:cubicBezTo>
                  <a:cubicBezTo>
                    <a:pt x="958" y="67"/>
                    <a:pt x="955" y="27"/>
                    <a:pt x="901" y="17"/>
                  </a:cubicBezTo>
                  <a:cubicBezTo>
                    <a:pt x="859" y="9"/>
                    <a:pt x="820" y="32"/>
                    <a:pt x="725" y="44"/>
                  </a:cubicBezTo>
                  <a:cubicBezTo>
                    <a:pt x="638" y="55"/>
                    <a:pt x="567" y="9"/>
                    <a:pt x="555" y="0"/>
                  </a:cubicBezTo>
                  <a:cubicBezTo>
                    <a:pt x="542" y="9"/>
                    <a:pt x="471" y="55"/>
                    <a:pt x="385" y="44"/>
                  </a:cubicBezTo>
                  <a:cubicBezTo>
                    <a:pt x="289" y="32"/>
                    <a:pt x="250" y="9"/>
                    <a:pt x="208" y="17"/>
                  </a:cubicBezTo>
                  <a:cubicBezTo>
                    <a:pt x="154" y="27"/>
                    <a:pt x="151" y="67"/>
                    <a:pt x="151" y="67"/>
                  </a:cubicBezTo>
                  <a:cubicBezTo>
                    <a:pt x="151" y="67"/>
                    <a:pt x="114" y="49"/>
                    <a:pt x="71" y="87"/>
                  </a:cubicBezTo>
                  <a:cubicBezTo>
                    <a:pt x="27" y="126"/>
                    <a:pt x="67" y="212"/>
                    <a:pt x="57" y="249"/>
                  </a:cubicBezTo>
                  <a:cubicBezTo>
                    <a:pt x="47" y="285"/>
                    <a:pt x="0" y="320"/>
                    <a:pt x="0" y="320"/>
                  </a:cubicBezTo>
                  <a:cubicBezTo>
                    <a:pt x="0" y="320"/>
                    <a:pt x="47" y="352"/>
                    <a:pt x="57" y="388"/>
                  </a:cubicBezTo>
                  <a:cubicBezTo>
                    <a:pt x="67" y="425"/>
                    <a:pt x="27" y="511"/>
                    <a:pt x="71" y="550"/>
                  </a:cubicBezTo>
                  <a:cubicBezTo>
                    <a:pt x="114" y="588"/>
                    <a:pt x="151" y="570"/>
                    <a:pt x="151" y="570"/>
                  </a:cubicBezTo>
                  <a:cubicBezTo>
                    <a:pt x="151" y="570"/>
                    <a:pt x="154" y="610"/>
                    <a:pt x="208" y="620"/>
                  </a:cubicBezTo>
                  <a:cubicBezTo>
                    <a:pt x="250" y="628"/>
                    <a:pt x="289" y="605"/>
                    <a:pt x="385" y="593"/>
                  </a:cubicBezTo>
                  <a:cubicBezTo>
                    <a:pt x="471" y="582"/>
                    <a:pt x="542" y="628"/>
                    <a:pt x="555" y="637"/>
                  </a:cubicBezTo>
                  <a:cubicBezTo>
                    <a:pt x="567" y="628"/>
                    <a:pt x="638" y="582"/>
                    <a:pt x="725" y="593"/>
                  </a:cubicBezTo>
                  <a:cubicBezTo>
                    <a:pt x="820" y="605"/>
                    <a:pt x="859" y="628"/>
                    <a:pt x="901" y="620"/>
                  </a:cubicBezTo>
                  <a:cubicBezTo>
                    <a:pt x="955" y="610"/>
                    <a:pt x="958" y="570"/>
                    <a:pt x="958" y="570"/>
                  </a:cubicBezTo>
                  <a:cubicBezTo>
                    <a:pt x="958" y="570"/>
                    <a:pt x="995" y="588"/>
                    <a:pt x="1038" y="550"/>
                  </a:cubicBezTo>
                  <a:cubicBezTo>
                    <a:pt x="1082" y="511"/>
                    <a:pt x="1042" y="425"/>
                    <a:pt x="1052" y="388"/>
                  </a:cubicBezTo>
                  <a:cubicBezTo>
                    <a:pt x="1062" y="352"/>
                    <a:pt x="1115" y="320"/>
                    <a:pt x="1115" y="320"/>
                  </a:cubicBezTo>
                  <a:cubicBezTo>
                    <a:pt x="1115" y="320"/>
                    <a:pt x="1062" y="285"/>
                    <a:pt x="1052" y="2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7979153-7617-6C44-812D-EF1D50E8A3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450" y="4767263"/>
              <a:ext cx="3698875" cy="2135187"/>
            </a:xfrm>
            <a:custGeom>
              <a:avLst/>
              <a:gdLst>
                <a:gd name="T0" fmla="*/ 1091 w 1164"/>
                <a:gd name="T1" fmla="*/ 262 h 671"/>
                <a:gd name="T2" fmla="*/ 1077 w 1164"/>
                <a:gd name="T3" fmla="*/ 92 h 671"/>
                <a:gd name="T4" fmla="*/ 990 w 1164"/>
                <a:gd name="T5" fmla="*/ 71 h 671"/>
                <a:gd name="T6" fmla="*/ 935 w 1164"/>
                <a:gd name="T7" fmla="*/ 18 h 671"/>
                <a:gd name="T8" fmla="*/ 754 w 1164"/>
                <a:gd name="T9" fmla="*/ 47 h 671"/>
                <a:gd name="T10" fmla="*/ 579 w 1164"/>
                <a:gd name="T11" fmla="*/ 0 h 671"/>
                <a:gd name="T12" fmla="*/ 404 w 1164"/>
                <a:gd name="T13" fmla="*/ 47 h 671"/>
                <a:gd name="T14" fmla="*/ 222 w 1164"/>
                <a:gd name="T15" fmla="*/ 18 h 671"/>
                <a:gd name="T16" fmla="*/ 167 w 1164"/>
                <a:gd name="T17" fmla="*/ 71 h 671"/>
                <a:gd name="T18" fmla="*/ 80 w 1164"/>
                <a:gd name="T19" fmla="*/ 92 h 671"/>
                <a:gd name="T20" fmla="*/ 66 w 1164"/>
                <a:gd name="T21" fmla="*/ 262 h 671"/>
                <a:gd name="T22" fmla="*/ 0 w 1164"/>
                <a:gd name="T23" fmla="*/ 337 h 671"/>
                <a:gd name="T24" fmla="*/ 66 w 1164"/>
                <a:gd name="T25" fmla="*/ 409 h 671"/>
                <a:gd name="T26" fmla="*/ 80 w 1164"/>
                <a:gd name="T27" fmla="*/ 579 h 671"/>
                <a:gd name="T28" fmla="*/ 167 w 1164"/>
                <a:gd name="T29" fmla="*/ 600 h 671"/>
                <a:gd name="T30" fmla="*/ 222 w 1164"/>
                <a:gd name="T31" fmla="*/ 652 h 671"/>
                <a:gd name="T32" fmla="*/ 404 w 1164"/>
                <a:gd name="T33" fmla="*/ 624 h 671"/>
                <a:gd name="T34" fmla="*/ 579 w 1164"/>
                <a:gd name="T35" fmla="*/ 671 h 671"/>
                <a:gd name="T36" fmla="*/ 754 w 1164"/>
                <a:gd name="T37" fmla="*/ 624 h 671"/>
                <a:gd name="T38" fmla="*/ 935 w 1164"/>
                <a:gd name="T39" fmla="*/ 652 h 671"/>
                <a:gd name="T40" fmla="*/ 990 w 1164"/>
                <a:gd name="T41" fmla="*/ 600 h 671"/>
                <a:gd name="T42" fmla="*/ 1077 w 1164"/>
                <a:gd name="T43" fmla="*/ 579 h 671"/>
                <a:gd name="T44" fmla="*/ 1091 w 1164"/>
                <a:gd name="T45" fmla="*/ 409 h 671"/>
                <a:gd name="T46" fmla="*/ 1164 w 1164"/>
                <a:gd name="T47" fmla="*/ 337 h 671"/>
                <a:gd name="T48" fmla="*/ 1091 w 1164"/>
                <a:gd name="T49" fmla="*/ 262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64" h="671">
                  <a:moveTo>
                    <a:pt x="1091" y="262"/>
                  </a:moveTo>
                  <a:cubicBezTo>
                    <a:pt x="1081" y="223"/>
                    <a:pt x="1122" y="133"/>
                    <a:pt x="1077" y="92"/>
                  </a:cubicBezTo>
                  <a:cubicBezTo>
                    <a:pt x="1032" y="52"/>
                    <a:pt x="990" y="71"/>
                    <a:pt x="990" y="71"/>
                  </a:cubicBezTo>
                  <a:cubicBezTo>
                    <a:pt x="990" y="71"/>
                    <a:pt x="991" y="29"/>
                    <a:pt x="935" y="18"/>
                  </a:cubicBezTo>
                  <a:cubicBezTo>
                    <a:pt x="892" y="10"/>
                    <a:pt x="852" y="34"/>
                    <a:pt x="754" y="47"/>
                  </a:cubicBezTo>
                  <a:cubicBezTo>
                    <a:pt x="664" y="59"/>
                    <a:pt x="592" y="10"/>
                    <a:pt x="579" y="0"/>
                  </a:cubicBezTo>
                  <a:cubicBezTo>
                    <a:pt x="566" y="10"/>
                    <a:pt x="493" y="59"/>
                    <a:pt x="404" y="47"/>
                  </a:cubicBezTo>
                  <a:cubicBezTo>
                    <a:pt x="305" y="34"/>
                    <a:pt x="265" y="10"/>
                    <a:pt x="222" y="18"/>
                  </a:cubicBezTo>
                  <a:cubicBezTo>
                    <a:pt x="166" y="29"/>
                    <a:pt x="167" y="71"/>
                    <a:pt x="167" y="71"/>
                  </a:cubicBezTo>
                  <a:cubicBezTo>
                    <a:pt x="167" y="71"/>
                    <a:pt x="125" y="52"/>
                    <a:pt x="80" y="92"/>
                  </a:cubicBezTo>
                  <a:cubicBezTo>
                    <a:pt x="35" y="133"/>
                    <a:pt x="77" y="223"/>
                    <a:pt x="66" y="262"/>
                  </a:cubicBezTo>
                  <a:cubicBezTo>
                    <a:pt x="56" y="301"/>
                    <a:pt x="0" y="337"/>
                    <a:pt x="0" y="337"/>
                  </a:cubicBezTo>
                  <a:cubicBezTo>
                    <a:pt x="0" y="337"/>
                    <a:pt x="56" y="370"/>
                    <a:pt x="66" y="409"/>
                  </a:cubicBezTo>
                  <a:cubicBezTo>
                    <a:pt x="77" y="448"/>
                    <a:pt x="35" y="538"/>
                    <a:pt x="80" y="579"/>
                  </a:cubicBezTo>
                  <a:cubicBezTo>
                    <a:pt x="125" y="619"/>
                    <a:pt x="167" y="600"/>
                    <a:pt x="167" y="600"/>
                  </a:cubicBezTo>
                  <a:cubicBezTo>
                    <a:pt x="167" y="600"/>
                    <a:pt x="166" y="642"/>
                    <a:pt x="222" y="652"/>
                  </a:cubicBezTo>
                  <a:cubicBezTo>
                    <a:pt x="265" y="661"/>
                    <a:pt x="305" y="637"/>
                    <a:pt x="404" y="624"/>
                  </a:cubicBezTo>
                  <a:cubicBezTo>
                    <a:pt x="493" y="612"/>
                    <a:pt x="566" y="661"/>
                    <a:pt x="579" y="671"/>
                  </a:cubicBezTo>
                  <a:cubicBezTo>
                    <a:pt x="592" y="661"/>
                    <a:pt x="664" y="612"/>
                    <a:pt x="754" y="624"/>
                  </a:cubicBezTo>
                  <a:cubicBezTo>
                    <a:pt x="852" y="637"/>
                    <a:pt x="892" y="661"/>
                    <a:pt x="935" y="652"/>
                  </a:cubicBezTo>
                  <a:cubicBezTo>
                    <a:pt x="991" y="642"/>
                    <a:pt x="990" y="600"/>
                    <a:pt x="990" y="600"/>
                  </a:cubicBezTo>
                  <a:cubicBezTo>
                    <a:pt x="990" y="600"/>
                    <a:pt x="1032" y="619"/>
                    <a:pt x="1077" y="579"/>
                  </a:cubicBezTo>
                  <a:cubicBezTo>
                    <a:pt x="1122" y="538"/>
                    <a:pt x="1081" y="448"/>
                    <a:pt x="1091" y="409"/>
                  </a:cubicBezTo>
                  <a:cubicBezTo>
                    <a:pt x="1101" y="370"/>
                    <a:pt x="1164" y="337"/>
                    <a:pt x="1164" y="337"/>
                  </a:cubicBezTo>
                  <a:cubicBezTo>
                    <a:pt x="1164" y="337"/>
                    <a:pt x="1101" y="301"/>
                    <a:pt x="1091" y="262"/>
                  </a:cubicBez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ACB53D5-8A5A-4E45-8B16-33BB320A9FA2}"/>
                </a:ext>
              </a:extLst>
            </p:cNvPr>
            <p:cNvGrpSpPr/>
            <p:nvPr userDrawn="1"/>
          </p:nvGrpSpPr>
          <p:grpSpPr>
            <a:xfrm>
              <a:off x="338904" y="4281235"/>
              <a:ext cx="4300538" cy="3017837"/>
              <a:chOff x="361950" y="4392613"/>
              <a:chExt cx="4300538" cy="3017837"/>
            </a:xfrm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7941F2FC-6317-E54F-96D6-1890B3346DA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361950" y="4430713"/>
                <a:ext cx="398463" cy="412750"/>
              </a:xfrm>
              <a:custGeom>
                <a:avLst/>
                <a:gdLst>
                  <a:gd name="T0" fmla="*/ 34 w 125"/>
                  <a:gd name="T1" fmla="*/ 13 h 129"/>
                  <a:gd name="T2" fmla="*/ 38 w 125"/>
                  <a:gd name="T3" fmla="*/ 40 h 129"/>
                  <a:gd name="T4" fmla="*/ 35 w 125"/>
                  <a:gd name="T5" fmla="*/ 33 h 129"/>
                  <a:gd name="T6" fmla="*/ 35 w 125"/>
                  <a:gd name="T7" fmla="*/ 41 h 129"/>
                  <a:gd name="T8" fmla="*/ 54 w 125"/>
                  <a:gd name="T9" fmla="*/ 64 h 129"/>
                  <a:gd name="T10" fmla="*/ 8 w 125"/>
                  <a:gd name="T11" fmla="*/ 32 h 129"/>
                  <a:gd name="T12" fmla="*/ 12 w 125"/>
                  <a:gd name="T13" fmla="*/ 43 h 129"/>
                  <a:gd name="T14" fmla="*/ 21 w 125"/>
                  <a:gd name="T15" fmla="*/ 69 h 129"/>
                  <a:gd name="T16" fmla="*/ 12 w 125"/>
                  <a:gd name="T17" fmla="*/ 68 h 129"/>
                  <a:gd name="T18" fmla="*/ 20 w 125"/>
                  <a:gd name="T19" fmla="*/ 72 h 129"/>
                  <a:gd name="T20" fmla="*/ 53 w 125"/>
                  <a:gd name="T21" fmla="*/ 71 h 129"/>
                  <a:gd name="T22" fmla="*/ 0 w 125"/>
                  <a:gd name="T23" fmla="*/ 95 h 129"/>
                  <a:gd name="T24" fmla="*/ 12 w 125"/>
                  <a:gd name="T25" fmla="*/ 95 h 129"/>
                  <a:gd name="T26" fmla="*/ 37 w 125"/>
                  <a:gd name="T27" fmla="*/ 93 h 129"/>
                  <a:gd name="T28" fmla="*/ 34 w 125"/>
                  <a:gd name="T29" fmla="*/ 100 h 129"/>
                  <a:gd name="T30" fmla="*/ 39 w 125"/>
                  <a:gd name="T31" fmla="*/ 94 h 129"/>
                  <a:gd name="T32" fmla="*/ 46 w 125"/>
                  <a:gd name="T33" fmla="*/ 117 h 129"/>
                  <a:gd name="T34" fmla="*/ 46 w 125"/>
                  <a:gd name="T35" fmla="*/ 129 h 129"/>
                  <a:gd name="T36" fmla="*/ 59 w 125"/>
                  <a:gd name="T37" fmla="*/ 77 h 129"/>
                  <a:gd name="T38" fmla="*/ 64 w 125"/>
                  <a:gd name="T39" fmla="*/ 107 h 129"/>
                  <a:gd name="T40" fmla="*/ 72 w 125"/>
                  <a:gd name="T41" fmla="*/ 110 h 129"/>
                  <a:gd name="T42" fmla="*/ 63 w 125"/>
                  <a:gd name="T43" fmla="*/ 77 h 129"/>
                  <a:gd name="T44" fmla="*/ 89 w 125"/>
                  <a:gd name="T45" fmla="*/ 121 h 129"/>
                  <a:gd name="T46" fmla="*/ 95 w 125"/>
                  <a:gd name="T47" fmla="*/ 115 h 129"/>
                  <a:gd name="T48" fmla="*/ 68 w 125"/>
                  <a:gd name="T49" fmla="*/ 75 h 129"/>
                  <a:gd name="T50" fmla="*/ 96 w 125"/>
                  <a:gd name="T51" fmla="*/ 96 h 129"/>
                  <a:gd name="T52" fmla="*/ 97 w 125"/>
                  <a:gd name="T53" fmla="*/ 89 h 129"/>
                  <a:gd name="T54" fmla="*/ 71 w 125"/>
                  <a:gd name="T55" fmla="*/ 72 h 129"/>
                  <a:gd name="T56" fmla="*/ 120 w 125"/>
                  <a:gd name="T57" fmla="*/ 88 h 129"/>
                  <a:gd name="T58" fmla="*/ 115 w 125"/>
                  <a:gd name="T59" fmla="*/ 81 h 129"/>
                  <a:gd name="T60" fmla="*/ 101 w 125"/>
                  <a:gd name="T61" fmla="*/ 65 h 129"/>
                  <a:gd name="T62" fmla="*/ 109 w 125"/>
                  <a:gd name="T63" fmla="*/ 64 h 129"/>
                  <a:gd name="T64" fmla="*/ 101 w 125"/>
                  <a:gd name="T65" fmla="*/ 61 h 129"/>
                  <a:gd name="T66" fmla="*/ 71 w 125"/>
                  <a:gd name="T67" fmla="*/ 65 h 129"/>
                  <a:gd name="T68" fmla="*/ 117 w 125"/>
                  <a:gd name="T69" fmla="*/ 35 h 129"/>
                  <a:gd name="T70" fmla="*/ 106 w 125"/>
                  <a:gd name="T71" fmla="*/ 38 h 129"/>
                  <a:gd name="T72" fmla="*/ 91 w 125"/>
                  <a:gd name="T73" fmla="*/ 44 h 129"/>
                  <a:gd name="T74" fmla="*/ 96 w 125"/>
                  <a:gd name="T75" fmla="*/ 37 h 129"/>
                  <a:gd name="T76" fmla="*/ 90 w 125"/>
                  <a:gd name="T77" fmla="*/ 42 h 129"/>
                  <a:gd name="T78" fmla="*/ 66 w 125"/>
                  <a:gd name="T79" fmla="*/ 60 h 129"/>
                  <a:gd name="T80" fmla="*/ 83 w 125"/>
                  <a:gd name="T81" fmla="*/ 16 h 129"/>
                  <a:gd name="T82" fmla="*/ 83 w 125"/>
                  <a:gd name="T83" fmla="*/ 4 h 129"/>
                  <a:gd name="T84" fmla="*/ 63 w 125"/>
                  <a:gd name="T85" fmla="*/ 60 h 129"/>
                  <a:gd name="T86" fmla="*/ 63 w 125"/>
                  <a:gd name="T87" fmla="*/ 29 h 129"/>
                  <a:gd name="T88" fmla="*/ 62 w 125"/>
                  <a:gd name="T89" fmla="*/ 21 h 129"/>
                  <a:gd name="T90" fmla="*/ 60 w 125"/>
                  <a:gd name="T91" fmla="*/ 29 h 129"/>
                  <a:gd name="T92" fmla="*/ 37 w 125"/>
                  <a:gd name="T93" fmla="*/ 12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5" h="129">
                    <a:moveTo>
                      <a:pt x="34" y="0"/>
                    </a:moveTo>
                    <a:cubicBezTo>
                      <a:pt x="31" y="0"/>
                      <a:pt x="28" y="3"/>
                      <a:pt x="28" y="6"/>
                    </a:cubicBezTo>
                    <a:cubicBezTo>
                      <a:pt x="28" y="10"/>
                      <a:pt x="31" y="13"/>
                      <a:pt x="34" y="13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9" y="27"/>
                      <a:pt x="45" y="43"/>
                      <a:pt x="53" y="58"/>
                    </a:cubicBezTo>
                    <a:cubicBezTo>
                      <a:pt x="47" y="52"/>
                      <a:pt x="42" y="46"/>
                      <a:pt x="38" y="40"/>
                    </a:cubicBezTo>
                    <a:cubicBezTo>
                      <a:pt x="38" y="39"/>
                      <a:pt x="39" y="39"/>
                      <a:pt x="39" y="39"/>
                    </a:cubicBezTo>
                    <a:cubicBezTo>
                      <a:pt x="40" y="37"/>
                      <a:pt x="39" y="34"/>
                      <a:pt x="37" y="33"/>
                    </a:cubicBezTo>
                    <a:cubicBezTo>
                      <a:pt x="36" y="33"/>
                      <a:pt x="35" y="33"/>
                      <a:pt x="35" y="33"/>
                    </a:cubicBezTo>
                    <a:cubicBezTo>
                      <a:pt x="33" y="33"/>
                      <a:pt x="31" y="34"/>
                      <a:pt x="31" y="35"/>
                    </a:cubicBezTo>
                    <a:cubicBezTo>
                      <a:pt x="29" y="38"/>
                      <a:pt x="30" y="40"/>
                      <a:pt x="33" y="41"/>
                    </a:cubicBezTo>
                    <a:cubicBezTo>
                      <a:pt x="33" y="41"/>
                      <a:pt x="34" y="41"/>
                      <a:pt x="35" y="41"/>
                    </a:cubicBezTo>
                    <a:cubicBezTo>
                      <a:pt x="35" y="41"/>
                      <a:pt x="36" y="41"/>
                      <a:pt x="36" y="41"/>
                    </a:cubicBezTo>
                    <a:cubicBezTo>
                      <a:pt x="41" y="49"/>
                      <a:pt x="47" y="56"/>
                      <a:pt x="54" y="63"/>
                    </a:cubicBezTo>
                    <a:cubicBezTo>
                      <a:pt x="54" y="64"/>
                      <a:pt x="54" y="64"/>
                      <a:pt x="54" y="64"/>
                    </a:cubicBezTo>
                    <a:cubicBezTo>
                      <a:pt x="39" y="57"/>
                      <a:pt x="26" y="50"/>
                      <a:pt x="14" y="41"/>
                    </a:cubicBezTo>
                    <a:cubicBezTo>
                      <a:pt x="14" y="41"/>
                      <a:pt x="14" y="40"/>
                      <a:pt x="14" y="39"/>
                    </a:cubicBezTo>
                    <a:cubicBezTo>
                      <a:pt x="14" y="35"/>
                      <a:pt x="11" y="32"/>
                      <a:pt x="8" y="32"/>
                    </a:cubicBezTo>
                    <a:cubicBezTo>
                      <a:pt x="4" y="32"/>
                      <a:pt x="1" y="35"/>
                      <a:pt x="1" y="39"/>
                    </a:cubicBezTo>
                    <a:cubicBezTo>
                      <a:pt x="1" y="42"/>
                      <a:pt x="4" y="45"/>
                      <a:pt x="8" y="45"/>
                    </a:cubicBezTo>
                    <a:cubicBezTo>
                      <a:pt x="10" y="45"/>
                      <a:pt x="11" y="44"/>
                      <a:pt x="12" y="43"/>
                    </a:cubicBezTo>
                    <a:cubicBezTo>
                      <a:pt x="24" y="51"/>
                      <a:pt x="38" y="59"/>
                      <a:pt x="53" y="66"/>
                    </a:cubicBezTo>
                    <a:cubicBezTo>
                      <a:pt x="53" y="66"/>
                      <a:pt x="53" y="67"/>
                      <a:pt x="53" y="68"/>
                    </a:cubicBezTo>
                    <a:cubicBezTo>
                      <a:pt x="42" y="68"/>
                      <a:pt x="31" y="68"/>
                      <a:pt x="21" y="69"/>
                    </a:cubicBezTo>
                    <a:cubicBezTo>
                      <a:pt x="20" y="68"/>
                      <a:pt x="20" y="67"/>
                      <a:pt x="18" y="66"/>
                    </a:cubicBezTo>
                    <a:cubicBezTo>
                      <a:pt x="18" y="66"/>
                      <a:pt x="17" y="66"/>
                      <a:pt x="16" y="66"/>
                    </a:cubicBezTo>
                    <a:cubicBezTo>
                      <a:pt x="14" y="66"/>
                      <a:pt x="13" y="67"/>
                      <a:pt x="12" y="68"/>
                    </a:cubicBezTo>
                    <a:cubicBezTo>
                      <a:pt x="11" y="71"/>
                      <a:pt x="12" y="73"/>
                      <a:pt x="14" y="74"/>
                    </a:cubicBezTo>
                    <a:cubicBezTo>
                      <a:pt x="15" y="74"/>
                      <a:pt x="15" y="74"/>
                      <a:pt x="16" y="74"/>
                    </a:cubicBezTo>
                    <a:cubicBezTo>
                      <a:pt x="18" y="74"/>
                      <a:pt x="20" y="73"/>
                      <a:pt x="20" y="72"/>
                    </a:cubicBezTo>
                    <a:cubicBezTo>
                      <a:pt x="21" y="71"/>
                      <a:pt x="21" y="71"/>
                      <a:pt x="21" y="70"/>
                    </a:cubicBezTo>
                    <a:cubicBezTo>
                      <a:pt x="31" y="70"/>
                      <a:pt x="42" y="70"/>
                      <a:pt x="53" y="70"/>
                    </a:cubicBezTo>
                    <a:cubicBezTo>
                      <a:pt x="53" y="70"/>
                      <a:pt x="53" y="70"/>
                      <a:pt x="53" y="71"/>
                    </a:cubicBezTo>
                    <a:cubicBezTo>
                      <a:pt x="39" y="78"/>
                      <a:pt x="24" y="84"/>
                      <a:pt x="11" y="92"/>
                    </a:cubicBezTo>
                    <a:cubicBezTo>
                      <a:pt x="10" y="90"/>
                      <a:pt x="8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98"/>
                      <a:pt x="3" y="101"/>
                      <a:pt x="6" y="101"/>
                    </a:cubicBezTo>
                    <a:cubicBezTo>
                      <a:pt x="9" y="101"/>
                      <a:pt x="12" y="98"/>
                      <a:pt x="12" y="95"/>
                    </a:cubicBezTo>
                    <a:cubicBezTo>
                      <a:pt x="12" y="95"/>
                      <a:pt x="12" y="95"/>
                      <a:pt x="12" y="95"/>
                    </a:cubicBezTo>
                    <a:cubicBezTo>
                      <a:pt x="25" y="87"/>
                      <a:pt x="40" y="80"/>
                      <a:pt x="54" y="73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48" y="79"/>
                      <a:pt x="42" y="86"/>
                      <a:pt x="37" y="93"/>
                    </a:cubicBezTo>
                    <a:cubicBezTo>
                      <a:pt x="36" y="92"/>
                      <a:pt x="36" y="92"/>
                      <a:pt x="35" y="92"/>
                    </a:cubicBezTo>
                    <a:cubicBezTo>
                      <a:pt x="34" y="92"/>
                      <a:pt x="32" y="93"/>
                      <a:pt x="31" y="95"/>
                    </a:cubicBezTo>
                    <a:cubicBezTo>
                      <a:pt x="30" y="97"/>
                      <a:pt x="31" y="99"/>
                      <a:pt x="34" y="100"/>
                    </a:cubicBezTo>
                    <a:cubicBezTo>
                      <a:pt x="34" y="100"/>
                      <a:pt x="35" y="101"/>
                      <a:pt x="35" y="101"/>
                    </a:cubicBezTo>
                    <a:cubicBezTo>
                      <a:pt x="37" y="101"/>
                      <a:pt x="39" y="100"/>
                      <a:pt x="40" y="98"/>
                    </a:cubicBezTo>
                    <a:cubicBezTo>
                      <a:pt x="40" y="97"/>
                      <a:pt x="40" y="95"/>
                      <a:pt x="39" y="94"/>
                    </a:cubicBezTo>
                    <a:cubicBezTo>
                      <a:pt x="44" y="87"/>
                      <a:pt x="50" y="81"/>
                      <a:pt x="56" y="75"/>
                    </a:cubicBezTo>
                    <a:cubicBezTo>
                      <a:pt x="56" y="75"/>
                      <a:pt x="57" y="76"/>
                      <a:pt x="57" y="76"/>
                    </a:cubicBezTo>
                    <a:cubicBezTo>
                      <a:pt x="52" y="89"/>
                      <a:pt x="48" y="103"/>
                      <a:pt x="46" y="117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3" y="116"/>
                      <a:pt x="40" y="119"/>
                      <a:pt x="40" y="123"/>
                    </a:cubicBezTo>
                    <a:cubicBezTo>
                      <a:pt x="40" y="126"/>
                      <a:pt x="43" y="129"/>
                      <a:pt x="46" y="129"/>
                    </a:cubicBezTo>
                    <a:cubicBezTo>
                      <a:pt x="50" y="129"/>
                      <a:pt x="52" y="126"/>
                      <a:pt x="52" y="123"/>
                    </a:cubicBezTo>
                    <a:cubicBezTo>
                      <a:pt x="52" y="120"/>
                      <a:pt x="51" y="118"/>
                      <a:pt x="49" y="117"/>
                    </a:cubicBezTo>
                    <a:cubicBezTo>
                      <a:pt x="51" y="103"/>
                      <a:pt x="55" y="90"/>
                      <a:pt x="59" y="77"/>
                    </a:cubicBezTo>
                    <a:cubicBezTo>
                      <a:pt x="60" y="77"/>
                      <a:pt x="60" y="77"/>
                      <a:pt x="60" y="77"/>
                    </a:cubicBezTo>
                    <a:cubicBezTo>
                      <a:pt x="62" y="87"/>
                      <a:pt x="64" y="96"/>
                      <a:pt x="66" y="105"/>
                    </a:cubicBezTo>
                    <a:cubicBezTo>
                      <a:pt x="66" y="105"/>
                      <a:pt x="65" y="106"/>
                      <a:pt x="64" y="107"/>
                    </a:cubicBezTo>
                    <a:cubicBezTo>
                      <a:pt x="63" y="109"/>
                      <a:pt x="64" y="111"/>
                      <a:pt x="66" y="112"/>
                    </a:cubicBezTo>
                    <a:cubicBezTo>
                      <a:pt x="67" y="112"/>
                      <a:pt x="68" y="113"/>
                      <a:pt x="68" y="113"/>
                    </a:cubicBezTo>
                    <a:cubicBezTo>
                      <a:pt x="70" y="113"/>
                      <a:pt x="72" y="112"/>
                      <a:pt x="72" y="110"/>
                    </a:cubicBezTo>
                    <a:cubicBezTo>
                      <a:pt x="73" y="108"/>
                      <a:pt x="72" y="106"/>
                      <a:pt x="70" y="105"/>
                    </a:cubicBezTo>
                    <a:cubicBezTo>
                      <a:pt x="69" y="105"/>
                      <a:pt x="69" y="105"/>
                      <a:pt x="69" y="105"/>
                    </a:cubicBezTo>
                    <a:cubicBezTo>
                      <a:pt x="66" y="96"/>
                      <a:pt x="64" y="87"/>
                      <a:pt x="63" y="77"/>
                    </a:cubicBezTo>
                    <a:cubicBezTo>
                      <a:pt x="63" y="77"/>
                      <a:pt x="63" y="77"/>
                      <a:pt x="63" y="77"/>
                    </a:cubicBezTo>
                    <a:cubicBezTo>
                      <a:pt x="71" y="92"/>
                      <a:pt x="81" y="105"/>
                      <a:pt x="91" y="117"/>
                    </a:cubicBezTo>
                    <a:cubicBezTo>
                      <a:pt x="89" y="118"/>
                      <a:pt x="89" y="119"/>
                      <a:pt x="89" y="121"/>
                    </a:cubicBezTo>
                    <a:cubicBezTo>
                      <a:pt x="89" y="125"/>
                      <a:pt x="91" y="127"/>
                      <a:pt x="95" y="127"/>
                    </a:cubicBezTo>
                    <a:cubicBezTo>
                      <a:pt x="98" y="127"/>
                      <a:pt x="101" y="125"/>
                      <a:pt x="101" y="121"/>
                    </a:cubicBezTo>
                    <a:cubicBezTo>
                      <a:pt x="101" y="118"/>
                      <a:pt x="98" y="115"/>
                      <a:pt x="95" y="115"/>
                    </a:cubicBezTo>
                    <a:cubicBezTo>
                      <a:pt x="94" y="115"/>
                      <a:pt x="93" y="115"/>
                      <a:pt x="93" y="115"/>
                    </a:cubicBezTo>
                    <a:cubicBezTo>
                      <a:pt x="83" y="104"/>
                      <a:pt x="74" y="91"/>
                      <a:pt x="66" y="77"/>
                    </a:cubicBezTo>
                    <a:cubicBezTo>
                      <a:pt x="66" y="76"/>
                      <a:pt x="67" y="76"/>
                      <a:pt x="68" y="75"/>
                    </a:cubicBezTo>
                    <a:cubicBezTo>
                      <a:pt x="76" y="82"/>
                      <a:pt x="84" y="88"/>
                      <a:pt x="93" y="91"/>
                    </a:cubicBezTo>
                    <a:cubicBezTo>
                      <a:pt x="92" y="93"/>
                      <a:pt x="93" y="95"/>
                      <a:pt x="95" y="96"/>
                    </a:cubicBezTo>
                    <a:cubicBezTo>
                      <a:pt x="95" y="96"/>
                      <a:pt x="96" y="96"/>
                      <a:pt x="96" y="96"/>
                    </a:cubicBezTo>
                    <a:cubicBezTo>
                      <a:pt x="98" y="96"/>
                      <a:pt x="99" y="95"/>
                      <a:pt x="100" y="94"/>
                    </a:cubicBezTo>
                    <a:cubicBezTo>
                      <a:pt x="101" y="92"/>
                      <a:pt x="100" y="90"/>
                      <a:pt x="98" y="89"/>
                    </a:cubicBezTo>
                    <a:cubicBezTo>
                      <a:pt x="98" y="89"/>
                      <a:pt x="97" y="89"/>
                      <a:pt x="97" y="89"/>
                    </a:cubicBezTo>
                    <a:cubicBezTo>
                      <a:pt x="96" y="89"/>
                      <a:pt x="95" y="89"/>
                      <a:pt x="94" y="90"/>
                    </a:cubicBezTo>
                    <a:cubicBezTo>
                      <a:pt x="86" y="86"/>
                      <a:pt x="77" y="80"/>
                      <a:pt x="70" y="74"/>
                    </a:cubicBezTo>
                    <a:cubicBezTo>
                      <a:pt x="70" y="74"/>
                      <a:pt x="70" y="73"/>
                      <a:pt x="71" y="72"/>
                    </a:cubicBezTo>
                    <a:cubicBezTo>
                      <a:pt x="85" y="78"/>
                      <a:pt x="100" y="81"/>
                      <a:pt x="115" y="82"/>
                    </a:cubicBezTo>
                    <a:cubicBezTo>
                      <a:pt x="114" y="82"/>
                      <a:pt x="114" y="82"/>
                      <a:pt x="114" y="82"/>
                    </a:cubicBezTo>
                    <a:cubicBezTo>
                      <a:pt x="114" y="86"/>
                      <a:pt x="117" y="88"/>
                      <a:pt x="120" y="88"/>
                    </a:cubicBezTo>
                    <a:cubicBezTo>
                      <a:pt x="123" y="88"/>
                      <a:pt x="125" y="86"/>
                      <a:pt x="125" y="82"/>
                    </a:cubicBezTo>
                    <a:cubicBezTo>
                      <a:pt x="125" y="79"/>
                      <a:pt x="123" y="77"/>
                      <a:pt x="120" y="77"/>
                    </a:cubicBezTo>
                    <a:cubicBezTo>
                      <a:pt x="117" y="77"/>
                      <a:pt x="115" y="78"/>
                      <a:pt x="115" y="81"/>
                    </a:cubicBezTo>
                    <a:cubicBezTo>
                      <a:pt x="101" y="80"/>
                      <a:pt x="86" y="76"/>
                      <a:pt x="71" y="71"/>
                    </a:cubicBezTo>
                    <a:cubicBezTo>
                      <a:pt x="72" y="70"/>
                      <a:pt x="72" y="70"/>
                      <a:pt x="72" y="69"/>
                    </a:cubicBezTo>
                    <a:cubicBezTo>
                      <a:pt x="82" y="69"/>
                      <a:pt x="92" y="67"/>
                      <a:pt x="101" y="65"/>
                    </a:cubicBezTo>
                    <a:cubicBezTo>
                      <a:pt x="102" y="65"/>
                      <a:pt x="102" y="66"/>
                      <a:pt x="103" y="66"/>
                    </a:cubicBezTo>
                    <a:cubicBezTo>
                      <a:pt x="103" y="66"/>
                      <a:pt x="104" y="67"/>
                      <a:pt x="105" y="67"/>
                    </a:cubicBezTo>
                    <a:cubicBezTo>
                      <a:pt x="106" y="67"/>
                      <a:pt x="108" y="66"/>
                      <a:pt x="109" y="64"/>
                    </a:cubicBezTo>
                    <a:cubicBezTo>
                      <a:pt x="109" y="62"/>
                      <a:pt x="109" y="60"/>
                      <a:pt x="106" y="59"/>
                    </a:cubicBezTo>
                    <a:cubicBezTo>
                      <a:pt x="106" y="59"/>
                      <a:pt x="105" y="59"/>
                      <a:pt x="105" y="59"/>
                    </a:cubicBezTo>
                    <a:cubicBezTo>
                      <a:pt x="103" y="59"/>
                      <a:pt x="102" y="60"/>
                      <a:pt x="101" y="61"/>
                    </a:cubicBezTo>
                    <a:cubicBezTo>
                      <a:pt x="101" y="62"/>
                      <a:pt x="100" y="63"/>
                      <a:pt x="101" y="64"/>
                    </a:cubicBezTo>
                    <a:cubicBezTo>
                      <a:pt x="91" y="66"/>
                      <a:pt x="82" y="67"/>
                      <a:pt x="72" y="68"/>
                    </a:cubicBezTo>
                    <a:cubicBezTo>
                      <a:pt x="72" y="67"/>
                      <a:pt x="72" y="66"/>
                      <a:pt x="71" y="65"/>
                    </a:cubicBezTo>
                    <a:cubicBezTo>
                      <a:pt x="85" y="58"/>
                      <a:pt x="98" y="50"/>
                      <a:pt x="109" y="40"/>
                    </a:cubicBezTo>
                    <a:cubicBezTo>
                      <a:pt x="110" y="41"/>
                      <a:pt x="110" y="41"/>
                      <a:pt x="111" y="41"/>
                    </a:cubicBezTo>
                    <a:cubicBezTo>
                      <a:pt x="114" y="41"/>
                      <a:pt x="117" y="38"/>
                      <a:pt x="117" y="35"/>
                    </a:cubicBezTo>
                    <a:cubicBezTo>
                      <a:pt x="117" y="32"/>
                      <a:pt x="114" y="29"/>
                      <a:pt x="111" y="29"/>
                    </a:cubicBezTo>
                    <a:cubicBezTo>
                      <a:pt x="108" y="29"/>
                      <a:pt x="106" y="32"/>
                      <a:pt x="106" y="35"/>
                    </a:cubicBezTo>
                    <a:cubicBezTo>
                      <a:pt x="106" y="36"/>
                      <a:pt x="106" y="37"/>
                      <a:pt x="106" y="38"/>
                    </a:cubicBezTo>
                    <a:cubicBezTo>
                      <a:pt x="96" y="48"/>
                      <a:pt x="84" y="55"/>
                      <a:pt x="71" y="62"/>
                    </a:cubicBezTo>
                    <a:cubicBezTo>
                      <a:pt x="78" y="56"/>
                      <a:pt x="85" y="50"/>
                      <a:pt x="91" y="44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2" y="44"/>
                      <a:pt x="93" y="44"/>
                      <a:pt x="93" y="44"/>
                    </a:cubicBezTo>
                    <a:cubicBezTo>
                      <a:pt x="95" y="44"/>
                      <a:pt x="96" y="44"/>
                      <a:pt x="97" y="42"/>
                    </a:cubicBezTo>
                    <a:cubicBezTo>
                      <a:pt x="98" y="40"/>
                      <a:pt x="98" y="38"/>
                      <a:pt x="96" y="37"/>
                    </a:cubicBezTo>
                    <a:cubicBezTo>
                      <a:pt x="95" y="37"/>
                      <a:pt x="94" y="36"/>
                      <a:pt x="93" y="36"/>
                    </a:cubicBezTo>
                    <a:cubicBezTo>
                      <a:pt x="92" y="36"/>
                      <a:pt x="90" y="37"/>
                      <a:pt x="90" y="38"/>
                    </a:cubicBezTo>
                    <a:cubicBezTo>
                      <a:pt x="89" y="40"/>
                      <a:pt x="89" y="41"/>
                      <a:pt x="90" y="42"/>
                    </a:cubicBezTo>
                    <a:cubicBezTo>
                      <a:pt x="90" y="42"/>
                      <a:pt x="90" y="42"/>
                      <a:pt x="90" y="42"/>
                    </a:cubicBezTo>
                    <a:cubicBezTo>
                      <a:pt x="83" y="49"/>
                      <a:pt x="75" y="55"/>
                      <a:pt x="68" y="61"/>
                    </a:cubicBezTo>
                    <a:cubicBezTo>
                      <a:pt x="67" y="61"/>
                      <a:pt x="66" y="60"/>
                      <a:pt x="66" y="60"/>
                    </a:cubicBezTo>
                    <a:cubicBezTo>
                      <a:pt x="71" y="45"/>
                      <a:pt x="77" y="31"/>
                      <a:pt x="82" y="16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6" y="16"/>
                      <a:pt x="89" y="13"/>
                      <a:pt x="89" y="10"/>
                    </a:cubicBezTo>
                    <a:cubicBezTo>
                      <a:pt x="89" y="7"/>
                      <a:pt x="87" y="4"/>
                      <a:pt x="84" y="4"/>
                    </a:cubicBezTo>
                    <a:cubicBezTo>
                      <a:pt x="83" y="4"/>
                      <a:pt x="83" y="4"/>
                      <a:pt x="83" y="4"/>
                    </a:cubicBezTo>
                    <a:cubicBezTo>
                      <a:pt x="80" y="4"/>
                      <a:pt x="77" y="6"/>
                      <a:pt x="77" y="9"/>
                    </a:cubicBezTo>
                    <a:cubicBezTo>
                      <a:pt x="77" y="11"/>
                      <a:pt x="78" y="13"/>
                      <a:pt x="80" y="15"/>
                    </a:cubicBezTo>
                    <a:cubicBezTo>
                      <a:pt x="75" y="30"/>
                      <a:pt x="69" y="45"/>
                      <a:pt x="63" y="60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1" y="60"/>
                      <a:pt x="61" y="60"/>
                      <a:pt x="61" y="60"/>
                    </a:cubicBezTo>
                    <a:cubicBezTo>
                      <a:pt x="61" y="49"/>
                      <a:pt x="61" y="39"/>
                      <a:pt x="63" y="29"/>
                    </a:cubicBezTo>
                    <a:cubicBezTo>
                      <a:pt x="64" y="29"/>
                      <a:pt x="65" y="28"/>
                      <a:pt x="66" y="27"/>
                    </a:cubicBezTo>
                    <a:cubicBezTo>
                      <a:pt x="67" y="25"/>
                      <a:pt x="66" y="22"/>
                      <a:pt x="64" y="21"/>
                    </a:cubicBezTo>
                    <a:cubicBezTo>
                      <a:pt x="63" y="21"/>
                      <a:pt x="62" y="21"/>
                      <a:pt x="62" y="21"/>
                    </a:cubicBezTo>
                    <a:cubicBezTo>
                      <a:pt x="60" y="21"/>
                      <a:pt x="58" y="22"/>
                      <a:pt x="58" y="23"/>
                    </a:cubicBezTo>
                    <a:cubicBezTo>
                      <a:pt x="57" y="26"/>
                      <a:pt x="58" y="28"/>
                      <a:pt x="60" y="29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59" y="39"/>
                      <a:pt x="58" y="49"/>
                      <a:pt x="59" y="60"/>
                    </a:cubicBezTo>
                    <a:cubicBezTo>
                      <a:pt x="58" y="60"/>
                      <a:pt x="58" y="61"/>
                      <a:pt x="57" y="61"/>
                    </a:cubicBezTo>
                    <a:cubicBezTo>
                      <a:pt x="49" y="45"/>
                      <a:pt x="42" y="28"/>
                      <a:pt x="37" y="12"/>
                    </a:cubicBezTo>
                    <a:cubicBezTo>
                      <a:pt x="39" y="11"/>
                      <a:pt x="40" y="9"/>
                      <a:pt x="40" y="6"/>
                    </a:cubicBezTo>
                    <a:cubicBezTo>
                      <a:pt x="40" y="3"/>
                      <a:pt x="38" y="0"/>
                      <a:pt x="34" y="0"/>
                    </a:cubicBezTo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6">
                <a:extLst>
                  <a:ext uri="{FF2B5EF4-FFF2-40B4-BE49-F238E27FC236}">
                    <a16:creationId xmlns:a16="http://schemas.microsoft.com/office/drawing/2014/main" id="{2B44121D-87C7-BB4E-A94A-E02E46DDC7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211638" y="4462463"/>
                <a:ext cx="141288" cy="147637"/>
              </a:xfrm>
              <a:custGeom>
                <a:avLst/>
                <a:gdLst>
                  <a:gd name="T0" fmla="*/ 11 w 44"/>
                  <a:gd name="T1" fmla="*/ 5 h 46"/>
                  <a:gd name="T2" fmla="*/ 13 w 44"/>
                  <a:gd name="T3" fmla="*/ 14 h 46"/>
                  <a:gd name="T4" fmla="*/ 12 w 44"/>
                  <a:gd name="T5" fmla="*/ 12 h 46"/>
                  <a:gd name="T6" fmla="*/ 11 w 44"/>
                  <a:gd name="T7" fmla="*/ 15 h 46"/>
                  <a:gd name="T8" fmla="*/ 18 w 44"/>
                  <a:gd name="T9" fmla="*/ 23 h 46"/>
                  <a:gd name="T10" fmla="*/ 2 w 44"/>
                  <a:gd name="T11" fmla="*/ 12 h 46"/>
                  <a:gd name="T12" fmla="*/ 4 w 44"/>
                  <a:gd name="T13" fmla="*/ 16 h 46"/>
                  <a:gd name="T14" fmla="*/ 7 w 44"/>
                  <a:gd name="T15" fmla="*/ 25 h 46"/>
                  <a:gd name="T16" fmla="*/ 3 w 44"/>
                  <a:gd name="T17" fmla="*/ 25 h 46"/>
                  <a:gd name="T18" fmla="*/ 6 w 44"/>
                  <a:gd name="T19" fmla="*/ 26 h 46"/>
                  <a:gd name="T20" fmla="*/ 18 w 44"/>
                  <a:gd name="T21" fmla="*/ 26 h 46"/>
                  <a:gd name="T22" fmla="*/ 19 w 44"/>
                  <a:gd name="T23" fmla="*/ 26 h 46"/>
                  <a:gd name="T24" fmla="*/ 12 w 44"/>
                  <a:gd name="T25" fmla="*/ 33 h 46"/>
                  <a:gd name="T26" fmla="*/ 12 w 44"/>
                  <a:gd name="T27" fmla="*/ 36 h 46"/>
                  <a:gd name="T28" fmla="*/ 19 w 44"/>
                  <a:gd name="T29" fmla="*/ 27 h 46"/>
                  <a:gd name="T30" fmla="*/ 16 w 44"/>
                  <a:gd name="T31" fmla="*/ 42 h 46"/>
                  <a:gd name="T32" fmla="*/ 18 w 44"/>
                  <a:gd name="T33" fmla="*/ 44 h 46"/>
                  <a:gd name="T34" fmla="*/ 21 w 44"/>
                  <a:gd name="T35" fmla="*/ 28 h 46"/>
                  <a:gd name="T36" fmla="*/ 23 w 44"/>
                  <a:gd name="T37" fmla="*/ 40 h 46"/>
                  <a:gd name="T38" fmla="*/ 24 w 44"/>
                  <a:gd name="T39" fmla="*/ 38 h 46"/>
                  <a:gd name="T40" fmla="*/ 22 w 44"/>
                  <a:gd name="T41" fmla="*/ 28 h 46"/>
                  <a:gd name="T42" fmla="*/ 33 w 44"/>
                  <a:gd name="T43" fmla="*/ 46 h 46"/>
                  <a:gd name="T44" fmla="*/ 32 w 44"/>
                  <a:gd name="T45" fmla="*/ 41 h 46"/>
                  <a:gd name="T46" fmla="*/ 32 w 44"/>
                  <a:gd name="T47" fmla="*/ 33 h 46"/>
                  <a:gd name="T48" fmla="*/ 35 w 44"/>
                  <a:gd name="T49" fmla="*/ 34 h 46"/>
                  <a:gd name="T50" fmla="*/ 33 w 44"/>
                  <a:gd name="T51" fmla="*/ 32 h 46"/>
                  <a:gd name="T52" fmla="*/ 40 w 44"/>
                  <a:gd name="T53" fmla="*/ 30 h 46"/>
                  <a:gd name="T54" fmla="*/ 44 w 44"/>
                  <a:gd name="T55" fmla="*/ 30 h 46"/>
                  <a:gd name="T56" fmla="*/ 25 w 44"/>
                  <a:gd name="T57" fmla="*/ 26 h 46"/>
                  <a:gd name="T58" fmla="*/ 36 w 44"/>
                  <a:gd name="T59" fmla="*/ 24 h 46"/>
                  <a:gd name="T60" fmla="*/ 37 w 44"/>
                  <a:gd name="T61" fmla="*/ 21 h 46"/>
                  <a:gd name="T62" fmla="*/ 35 w 44"/>
                  <a:gd name="T63" fmla="*/ 23 h 46"/>
                  <a:gd name="T64" fmla="*/ 38 w 44"/>
                  <a:gd name="T65" fmla="*/ 15 h 46"/>
                  <a:gd name="T66" fmla="*/ 39 w 44"/>
                  <a:gd name="T67" fmla="*/ 11 h 46"/>
                  <a:gd name="T68" fmla="*/ 24 w 44"/>
                  <a:gd name="T69" fmla="*/ 22 h 46"/>
                  <a:gd name="T70" fmla="*/ 32 w 44"/>
                  <a:gd name="T71" fmla="*/ 16 h 46"/>
                  <a:gd name="T72" fmla="*/ 32 w 44"/>
                  <a:gd name="T73" fmla="*/ 13 h 46"/>
                  <a:gd name="T74" fmla="*/ 31 w 44"/>
                  <a:gd name="T75" fmla="*/ 15 h 46"/>
                  <a:gd name="T76" fmla="*/ 28 w 44"/>
                  <a:gd name="T77" fmla="*/ 6 h 46"/>
                  <a:gd name="T78" fmla="*/ 31 w 44"/>
                  <a:gd name="T79" fmla="*/ 4 h 46"/>
                  <a:gd name="T80" fmla="*/ 27 w 44"/>
                  <a:gd name="T81" fmla="*/ 4 h 46"/>
                  <a:gd name="T82" fmla="*/ 21 w 44"/>
                  <a:gd name="T83" fmla="*/ 22 h 46"/>
                  <a:gd name="T84" fmla="*/ 23 w 44"/>
                  <a:gd name="T85" fmla="*/ 10 h 46"/>
                  <a:gd name="T86" fmla="*/ 20 w 44"/>
                  <a:gd name="T87" fmla="*/ 9 h 46"/>
                  <a:gd name="T88" fmla="*/ 20 w 44"/>
                  <a:gd name="T89" fmla="*/ 22 h 46"/>
                  <a:gd name="T90" fmla="*/ 14 w 44"/>
                  <a:gd name="T91" fmla="*/ 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4" h="46">
                    <a:moveTo>
                      <a:pt x="11" y="0"/>
                    </a:moveTo>
                    <a:cubicBezTo>
                      <a:pt x="10" y="0"/>
                      <a:pt x="9" y="1"/>
                      <a:pt x="9" y="2"/>
                    </a:cubicBezTo>
                    <a:cubicBezTo>
                      <a:pt x="9" y="4"/>
                      <a:pt x="10" y="5"/>
                      <a:pt x="11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3" y="10"/>
                      <a:pt x="15" y="15"/>
                      <a:pt x="18" y="21"/>
                    </a:cubicBezTo>
                    <a:cubicBezTo>
                      <a:pt x="16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3" y="13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1" y="12"/>
                      <a:pt x="10" y="12"/>
                      <a:pt x="10" y="13"/>
                    </a:cubicBezTo>
                    <a:cubicBezTo>
                      <a:pt x="10" y="14"/>
                      <a:pt x="10" y="15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4" y="18"/>
                      <a:pt x="16" y="20"/>
                      <a:pt x="19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3" y="21"/>
                      <a:pt x="8" y="18"/>
                      <a:pt x="4" y="15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3"/>
                      <a:pt x="3" y="12"/>
                      <a:pt x="2" y="12"/>
                    </a:cubicBezTo>
                    <a:cubicBezTo>
                      <a:pt x="1" y="12"/>
                      <a:pt x="0" y="13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3" y="16"/>
                      <a:pt x="4" y="16"/>
                    </a:cubicBezTo>
                    <a:cubicBezTo>
                      <a:pt x="8" y="19"/>
                      <a:pt x="13" y="21"/>
                      <a:pt x="18" y="24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4" y="25"/>
                      <a:pt x="10" y="25"/>
                      <a:pt x="7" y="25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4"/>
                      <a:pt x="4" y="24"/>
                      <a:pt x="3" y="25"/>
                    </a:cubicBezTo>
                    <a:cubicBezTo>
                      <a:pt x="3" y="25"/>
                      <a:pt x="3" y="26"/>
                      <a:pt x="4" y="27"/>
                    </a:cubicBezTo>
                    <a:cubicBezTo>
                      <a:pt x="4" y="27"/>
                      <a:pt x="5" y="27"/>
                      <a:pt x="5" y="27"/>
                    </a:cubicBezTo>
                    <a:cubicBezTo>
                      <a:pt x="5" y="27"/>
                      <a:pt x="6" y="26"/>
                      <a:pt x="6" y="26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10" y="25"/>
                      <a:pt x="14" y="25"/>
                      <a:pt x="18" y="25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4" y="28"/>
                      <a:pt x="9" y="30"/>
                      <a:pt x="5" y="32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10" y="30"/>
                      <a:pt x="14" y="28"/>
                      <a:pt x="19" y="26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6" y="29"/>
                      <a:pt x="14" y="31"/>
                      <a:pt x="12" y="33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11" y="33"/>
                      <a:pt x="11" y="34"/>
                      <a:pt x="10" y="34"/>
                    </a:cubicBezTo>
                    <a:cubicBezTo>
                      <a:pt x="10" y="35"/>
                      <a:pt x="10" y="36"/>
                      <a:pt x="11" y="36"/>
                    </a:cubicBezTo>
                    <a:cubicBezTo>
                      <a:pt x="11" y="36"/>
                      <a:pt x="12" y="36"/>
                      <a:pt x="12" y="36"/>
                    </a:cubicBezTo>
                    <a:cubicBezTo>
                      <a:pt x="12" y="36"/>
                      <a:pt x="13" y="36"/>
                      <a:pt x="13" y="35"/>
                    </a:cubicBezTo>
                    <a:cubicBezTo>
                      <a:pt x="14" y="35"/>
                      <a:pt x="13" y="34"/>
                      <a:pt x="13" y="34"/>
                    </a:cubicBezTo>
                    <a:cubicBezTo>
                      <a:pt x="15" y="31"/>
                      <a:pt x="17" y="29"/>
                      <a:pt x="19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18" y="32"/>
                      <a:pt x="16" y="37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4" y="42"/>
                      <a:pt x="13" y="43"/>
                      <a:pt x="13" y="44"/>
                    </a:cubicBezTo>
                    <a:cubicBezTo>
                      <a:pt x="13" y="45"/>
                      <a:pt x="14" y="46"/>
                      <a:pt x="16" y="46"/>
                    </a:cubicBezTo>
                    <a:cubicBezTo>
                      <a:pt x="17" y="46"/>
                      <a:pt x="18" y="45"/>
                      <a:pt x="18" y="44"/>
                    </a:cubicBezTo>
                    <a:cubicBezTo>
                      <a:pt x="18" y="43"/>
                      <a:pt x="17" y="42"/>
                      <a:pt x="17" y="42"/>
                    </a:cubicBezTo>
                    <a:cubicBezTo>
                      <a:pt x="17" y="37"/>
                      <a:pt x="19" y="32"/>
                      <a:pt x="20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31"/>
                      <a:pt x="22" y="35"/>
                      <a:pt x="23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2" y="39"/>
                      <a:pt x="22" y="40"/>
                      <a:pt x="23" y="40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5" y="40"/>
                      <a:pt x="25" y="40"/>
                    </a:cubicBezTo>
                    <a:cubicBezTo>
                      <a:pt x="25" y="39"/>
                      <a:pt x="25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35"/>
                      <a:pt x="22" y="31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5" y="33"/>
                      <a:pt x="28" y="38"/>
                      <a:pt x="31" y="42"/>
                    </a:cubicBezTo>
                    <a:cubicBezTo>
                      <a:pt x="31" y="42"/>
                      <a:pt x="31" y="43"/>
                      <a:pt x="31" y="43"/>
                    </a:cubicBezTo>
                    <a:cubicBezTo>
                      <a:pt x="31" y="45"/>
                      <a:pt x="32" y="46"/>
                      <a:pt x="33" y="46"/>
                    </a:cubicBezTo>
                    <a:cubicBezTo>
                      <a:pt x="34" y="46"/>
                      <a:pt x="35" y="45"/>
                      <a:pt x="35" y="43"/>
                    </a:cubicBezTo>
                    <a:cubicBezTo>
                      <a:pt x="35" y="42"/>
                      <a:pt x="34" y="41"/>
                      <a:pt x="33" y="41"/>
                    </a:cubicBezTo>
                    <a:cubicBezTo>
                      <a:pt x="32" y="41"/>
                      <a:pt x="32" y="41"/>
                      <a:pt x="32" y="41"/>
                    </a:cubicBezTo>
                    <a:cubicBezTo>
                      <a:pt x="29" y="37"/>
                      <a:pt x="25" y="33"/>
                      <a:pt x="23" y="28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6" y="30"/>
                      <a:pt x="29" y="32"/>
                      <a:pt x="32" y="33"/>
                    </a:cubicBezTo>
                    <a:cubicBezTo>
                      <a:pt x="32" y="34"/>
                      <a:pt x="32" y="34"/>
                      <a:pt x="33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4" y="35"/>
                      <a:pt x="35" y="34"/>
                      <a:pt x="35" y="34"/>
                    </a:cubicBezTo>
                    <a:cubicBezTo>
                      <a:pt x="35" y="33"/>
                      <a:pt x="35" y="32"/>
                      <a:pt x="34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1"/>
                      <a:pt x="27" y="29"/>
                      <a:pt x="24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0" y="28"/>
                      <a:pt x="35" y="29"/>
                      <a:pt x="40" y="30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0" y="31"/>
                      <a:pt x="41" y="32"/>
                      <a:pt x="42" y="32"/>
                    </a:cubicBezTo>
                    <a:cubicBezTo>
                      <a:pt x="43" y="32"/>
                      <a:pt x="44" y="31"/>
                      <a:pt x="44" y="30"/>
                    </a:cubicBezTo>
                    <a:cubicBezTo>
                      <a:pt x="44" y="29"/>
                      <a:pt x="43" y="28"/>
                      <a:pt x="42" y="28"/>
                    </a:cubicBezTo>
                    <a:cubicBezTo>
                      <a:pt x="41" y="28"/>
                      <a:pt x="40" y="28"/>
                      <a:pt x="40" y="29"/>
                    </a:cubicBezTo>
                    <a:cubicBezTo>
                      <a:pt x="35" y="29"/>
                      <a:pt x="30" y="27"/>
                      <a:pt x="25" y="26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8" y="25"/>
                      <a:pt x="32" y="24"/>
                      <a:pt x="35" y="23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7" y="24"/>
                      <a:pt x="38" y="24"/>
                      <a:pt x="38" y="23"/>
                    </a:cubicBezTo>
                    <a:cubicBezTo>
                      <a:pt x="38" y="23"/>
                      <a:pt x="38" y="22"/>
                      <a:pt x="37" y="21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1"/>
                      <a:pt x="35" y="22"/>
                      <a:pt x="35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2" y="24"/>
                      <a:pt x="28" y="24"/>
                      <a:pt x="25" y="24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9" y="21"/>
                      <a:pt x="34" y="18"/>
                      <a:pt x="38" y="15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40" y="15"/>
                      <a:pt x="41" y="14"/>
                      <a:pt x="41" y="13"/>
                    </a:cubicBezTo>
                    <a:cubicBezTo>
                      <a:pt x="41" y="12"/>
                      <a:pt x="40" y="11"/>
                      <a:pt x="39" y="11"/>
                    </a:cubicBezTo>
                    <a:cubicBezTo>
                      <a:pt x="38" y="11"/>
                      <a:pt x="37" y="12"/>
                      <a:pt x="37" y="13"/>
                    </a:cubicBezTo>
                    <a:cubicBezTo>
                      <a:pt x="37" y="13"/>
                      <a:pt x="37" y="14"/>
                      <a:pt x="37" y="14"/>
                    </a:cubicBezTo>
                    <a:cubicBezTo>
                      <a:pt x="33" y="17"/>
                      <a:pt x="29" y="20"/>
                      <a:pt x="24" y="22"/>
                    </a:cubicBezTo>
                    <a:cubicBezTo>
                      <a:pt x="27" y="20"/>
                      <a:pt x="29" y="18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3" y="16"/>
                      <a:pt x="34" y="16"/>
                      <a:pt x="34" y="15"/>
                    </a:cubicBezTo>
                    <a:cubicBezTo>
                      <a:pt x="34" y="15"/>
                      <a:pt x="34" y="14"/>
                      <a:pt x="33" y="13"/>
                    </a:cubicBezTo>
                    <a:cubicBezTo>
                      <a:pt x="33" y="13"/>
                      <a:pt x="33" y="13"/>
                      <a:pt x="32" y="13"/>
                    </a:cubicBezTo>
                    <a:cubicBezTo>
                      <a:pt x="32" y="13"/>
                      <a:pt x="31" y="14"/>
                      <a:pt x="31" y="14"/>
                    </a:cubicBezTo>
                    <a:cubicBezTo>
                      <a:pt x="31" y="14"/>
                      <a:pt x="31" y="15"/>
                      <a:pt x="31" y="15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29" y="18"/>
                      <a:pt x="26" y="20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5" y="16"/>
                      <a:pt x="27" y="11"/>
                      <a:pt x="28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0" y="6"/>
                      <a:pt x="31" y="5"/>
                      <a:pt x="31" y="4"/>
                    </a:cubicBezTo>
                    <a:cubicBezTo>
                      <a:pt x="31" y="3"/>
                      <a:pt x="30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8" y="2"/>
                      <a:pt x="27" y="2"/>
                      <a:pt x="27" y="4"/>
                    </a:cubicBezTo>
                    <a:cubicBezTo>
                      <a:pt x="27" y="4"/>
                      <a:pt x="27" y="5"/>
                      <a:pt x="28" y="6"/>
                    </a:cubicBezTo>
                    <a:cubicBezTo>
                      <a:pt x="26" y="11"/>
                      <a:pt x="24" y="16"/>
                      <a:pt x="22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18"/>
                      <a:pt x="21" y="14"/>
                      <a:pt x="21" y="11"/>
                    </a:cubicBezTo>
                    <a:cubicBezTo>
                      <a:pt x="22" y="11"/>
                      <a:pt x="22" y="10"/>
                      <a:pt x="23" y="10"/>
                    </a:cubicBezTo>
                    <a:cubicBezTo>
                      <a:pt x="23" y="9"/>
                      <a:pt x="23" y="8"/>
                      <a:pt x="22" y="8"/>
                    </a:cubicBezTo>
                    <a:cubicBezTo>
                      <a:pt x="22" y="8"/>
                      <a:pt x="21" y="8"/>
                      <a:pt x="21" y="8"/>
                    </a:cubicBezTo>
                    <a:cubicBezTo>
                      <a:pt x="21" y="8"/>
                      <a:pt x="20" y="8"/>
                      <a:pt x="20" y="9"/>
                    </a:cubicBezTo>
                    <a:cubicBezTo>
                      <a:pt x="19" y="9"/>
                      <a:pt x="20" y="10"/>
                      <a:pt x="21" y="11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0" y="14"/>
                      <a:pt x="20" y="18"/>
                      <a:pt x="20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7" y="16"/>
                      <a:pt x="14" y="10"/>
                      <a:pt x="12" y="4"/>
                    </a:cubicBezTo>
                    <a:cubicBezTo>
                      <a:pt x="13" y="4"/>
                      <a:pt x="14" y="3"/>
                      <a:pt x="14" y="2"/>
                    </a:cubicBezTo>
                    <a:cubicBezTo>
                      <a:pt x="14" y="1"/>
                      <a:pt x="13" y="0"/>
                      <a:pt x="11" y="0"/>
                    </a:cubicBezTo>
                  </a:path>
                </a:pathLst>
              </a:custGeom>
              <a:solidFill>
                <a:srgbClr val="FFFFFF">
                  <a:alpha val="67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53038C97-4C20-5346-911F-4914AFD5CC6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374650" y="6729413"/>
                <a:ext cx="303213" cy="322262"/>
              </a:xfrm>
              <a:custGeom>
                <a:avLst/>
                <a:gdLst>
                  <a:gd name="T0" fmla="*/ 54 w 95"/>
                  <a:gd name="T1" fmla="*/ 8 h 101"/>
                  <a:gd name="T2" fmla="*/ 48 w 95"/>
                  <a:gd name="T3" fmla="*/ 43 h 101"/>
                  <a:gd name="T4" fmla="*/ 42 w 95"/>
                  <a:gd name="T5" fmla="*/ 16 h 101"/>
                  <a:gd name="T6" fmla="*/ 42 w 95"/>
                  <a:gd name="T7" fmla="*/ 22 h 101"/>
                  <a:gd name="T8" fmla="*/ 27 w 95"/>
                  <a:gd name="T9" fmla="*/ 15 h 101"/>
                  <a:gd name="T10" fmla="*/ 25 w 95"/>
                  <a:gd name="T11" fmla="*/ 8 h 101"/>
                  <a:gd name="T12" fmla="*/ 24 w 95"/>
                  <a:gd name="T13" fmla="*/ 16 h 101"/>
                  <a:gd name="T14" fmla="*/ 43 w 95"/>
                  <a:gd name="T15" fmla="*/ 44 h 101"/>
                  <a:gd name="T16" fmla="*/ 22 w 95"/>
                  <a:gd name="T17" fmla="*/ 27 h 101"/>
                  <a:gd name="T18" fmla="*/ 22 w 95"/>
                  <a:gd name="T19" fmla="*/ 33 h 101"/>
                  <a:gd name="T20" fmla="*/ 42 w 95"/>
                  <a:gd name="T21" fmla="*/ 45 h 101"/>
                  <a:gd name="T22" fmla="*/ 8 w 95"/>
                  <a:gd name="T23" fmla="*/ 38 h 101"/>
                  <a:gd name="T24" fmla="*/ 1 w 95"/>
                  <a:gd name="T25" fmla="*/ 44 h 101"/>
                  <a:gd name="T26" fmla="*/ 8 w 95"/>
                  <a:gd name="T27" fmla="*/ 42 h 101"/>
                  <a:gd name="T28" fmla="*/ 19 w 95"/>
                  <a:gd name="T29" fmla="*/ 47 h 101"/>
                  <a:gd name="T30" fmla="*/ 14 w 95"/>
                  <a:gd name="T31" fmla="*/ 48 h 101"/>
                  <a:gd name="T32" fmla="*/ 19 w 95"/>
                  <a:gd name="T33" fmla="*/ 49 h 101"/>
                  <a:gd name="T34" fmla="*/ 41 w 95"/>
                  <a:gd name="T35" fmla="*/ 52 h 101"/>
                  <a:gd name="T36" fmla="*/ 6 w 95"/>
                  <a:gd name="T37" fmla="*/ 65 h 101"/>
                  <a:gd name="T38" fmla="*/ 6 w 95"/>
                  <a:gd name="T39" fmla="*/ 73 h 101"/>
                  <a:gd name="T40" fmla="*/ 42 w 95"/>
                  <a:gd name="T41" fmla="*/ 53 h 101"/>
                  <a:gd name="T42" fmla="*/ 27 w 95"/>
                  <a:gd name="T43" fmla="*/ 69 h 101"/>
                  <a:gd name="T44" fmla="*/ 22 w 95"/>
                  <a:gd name="T45" fmla="*/ 73 h 101"/>
                  <a:gd name="T46" fmla="*/ 28 w 95"/>
                  <a:gd name="T47" fmla="*/ 71 h 101"/>
                  <a:gd name="T48" fmla="*/ 46 w 95"/>
                  <a:gd name="T49" fmla="*/ 56 h 101"/>
                  <a:gd name="T50" fmla="*/ 26 w 95"/>
                  <a:gd name="T51" fmla="*/ 93 h 101"/>
                  <a:gd name="T52" fmla="*/ 33 w 95"/>
                  <a:gd name="T53" fmla="*/ 99 h 101"/>
                  <a:gd name="T54" fmla="*/ 47 w 95"/>
                  <a:gd name="T55" fmla="*/ 60 h 101"/>
                  <a:gd name="T56" fmla="*/ 42 w 95"/>
                  <a:gd name="T57" fmla="*/ 81 h 101"/>
                  <a:gd name="T58" fmla="*/ 48 w 95"/>
                  <a:gd name="T59" fmla="*/ 79 h 101"/>
                  <a:gd name="T60" fmla="*/ 49 w 95"/>
                  <a:gd name="T61" fmla="*/ 56 h 101"/>
                  <a:gd name="T62" fmla="*/ 57 w 95"/>
                  <a:gd name="T63" fmla="*/ 96 h 101"/>
                  <a:gd name="T64" fmla="*/ 64 w 95"/>
                  <a:gd name="T65" fmla="*/ 89 h 101"/>
                  <a:gd name="T66" fmla="*/ 51 w 95"/>
                  <a:gd name="T67" fmla="*/ 55 h 101"/>
                  <a:gd name="T68" fmla="*/ 69 w 95"/>
                  <a:gd name="T69" fmla="*/ 73 h 101"/>
                  <a:gd name="T70" fmla="*/ 75 w 95"/>
                  <a:gd name="T71" fmla="*/ 71 h 101"/>
                  <a:gd name="T72" fmla="*/ 70 w 95"/>
                  <a:gd name="T73" fmla="*/ 70 h 101"/>
                  <a:gd name="T74" fmla="*/ 86 w 95"/>
                  <a:gd name="T75" fmla="*/ 64 h 101"/>
                  <a:gd name="T76" fmla="*/ 93 w 95"/>
                  <a:gd name="T77" fmla="*/ 68 h 101"/>
                  <a:gd name="T78" fmla="*/ 87 w 95"/>
                  <a:gd name="T79" fmla="*/ 61 h 101"/>
                  <a:gd name="T80" fmla="*/ 54 w 95"/>
                  <a:gd name="T81" fmla="*/ 51 h 101"/>
                  <a:gd name="T82" fmla="*/ 76 w 95"/>
                  <a:gd name="T83" fmla="*/ 52 h 101"/>
                  <a:gd name="T84" fmla="*/ 75 w 95"/>
                  <a:gd name="T85" fmla="*/ 45 h 101"/>
                  <a:gd name="T86" fmla="*/ 58 w 95"/>
                  <a:gd name="T87" fmla="*/ 49 h 101"/>
                  <a:gd name="T88" fmla="*/ 81 w 95"/>
                  <a:gd name="T89" fmla="*/ 32 h 101"/>
                  <a:gd name="T90" fmla="*/ 87 w 95"/>
                  <a:gd name="T91" fmla="*/ 33 h 101"/>
                  <a:gd name="T92" fmla="*/ 81 w 95"/>
                  <a:gd name="T93" fmla="*/ 26 h 101"/>
                  <a:gd name="T94" fmla="*/ 53 w 95"/>
                  <a:gd name="T95" fmla="*/ 46 h 101"/>
                  <a:gd name="T96" fmla="*/ 66 w 95"/>
                  <a:gd name="T97" fmla="*/ 28 h 101"/>
                  <a:gd name="T98" fmla="*/ 64 w 95"/>
                  <a:gd name="T99" fmla="*/ 22 h 101"/>
                  <a:gd name="T100" fmla="*/ 51 w 95"/>
                  <a:gd name="T101" fmla="*/ 44 h 101"/>
                  <a:gd name="T102" fmla="*/ 61 w 95"/>
                  <a:gd name="T103" fmla="*/ 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5" h="101">
                    <a:moveTo>
                      <a:pt x="58" y="0"/>
                    </a:moveTo>
                    <a:cubicBezTo>
                      <a:pt x="57" y="0"/>
                      <a:pt x="55" y="1"/>
                      <a:pt x="55" y="2"/>
                    </a:cubicBezTo>
                    <a:cubicBezTo>
                      <a:pt x="53" y="4"/>
                      <a:pt x="53" y="6"/>
                      <a:pt x="54" y="8"/>
                    </a:cubicBezTo>
                    <a:cubicBezTo>
                      <a:pt x="55" y="9"/>
                      <a:pt x="55" y="9"/>
                      <a:pt x="56" y="9"/>
                    </a:cubicBezTo>
                    <a:cubicBezTo>
                      <a:pt x="55" y="20"/>
                      <a:pt x="53" y="32"/>
                      <a:pt x="50" y="43"/>
                    </a:cubicBezTo>
                    <a:cubicBezTo>
                      <a:pt x="49" y="43"/>
                      <a:pt x="49" y="43"/>
                      <a:pt x="48" y="43"/>
                    </a:cubicBezTo>
                    <a:cubicBezTo>
                      <a:pt x="47" y="35"/>
                      <a:pt x="46" y="28"/>
                      <a:pt x="43" y="21"/>
                    </a:cubicBezTo>
                    <a:cubicBezTo>
                      <a:pt x="45" y="21"/>
                      <a:pt x="45" y="19"/>
                      <a:pt x="45" y="18"/>
                    </a:cubicBezTo>
                    <a:cubicBezTo>
                      <a:pt x="44" y="17"/>
                      <a:pt x="43" y="16"/>
                      <a:pt x="42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39" y="17"/>
                      <a:pt x="39" y="18"/>
                      <a:pt x="39" y="20"/>
                    </a:cubicBezTo>
                    <a:cubicBezTo>
                      <a:pt x="40" y="21"/>
                      <a:pt x="41" y="21"/>
                      <a:pt x="42" y="22"/>
                    </a:cubicBezTo>
                    <a:cubicBezTo>
                      <a:pt x="44" y="28"/>
                      <a:pt x="46" y="35"/>
                      <a:pt x="46" y="42"/>
                    </a:cubicBezTo>
                    <a:cubicBezTo>
                      <a:pt x="46" y="42"/>
                      <a:pt x="45" y="42"/>
                      <a:pt x="45" y="43"/>
                    </a:cubicBezTo>
                    <a:cubicBezTo>
                      <a:pt x="40" y="32"/>
                      <a:pt x="34" y="23"/>
                      <a:pt x="27" y="15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9" y="13"/>
                      <a:pt x="29" y="11"/>
                      <a:pt x="27" y="9"/>
                    </a:cubicBezTo>
                    <a:cubicBezTo>
                      <a:pt x="27" y="8"/>
                      <a:pt x="26" y="8"/>
                      <a:pt x="25" y="8"/>
                    </a:cubicBezTo>
                    <a:cubicBezTo>
                      <a:pt x="24" y="8"/>
                      <a:pt x="23" y="8"/>
                      <a:pt x="22" y="9"/>
                    </a:cubicBezTo>
                    <a:cubicBezTo>
                      <a:pt x="20" y="11"/>
                      <a:pt x="20" y="13"/>
                      <a:pt x="22" y="15"/>
                    </a:cubicBezTo>
                    <a:cubicBezTo>
                      <a:pt x="22" y="16"/>
                      <a:pt x="23" y="16"/>
                      <a:pt x="24" y="16"/>
                    </a:cubicBezTo>
                    <a:cubicBezTo>
                      <a:pt x="25" y="16"/>
                      <a:pt x="26" y="16"/>
                      <a:pt x="26" y="15"/>
                    </a:cubicBezTo>
                    <a:cubicBezTo>
                      <a:pt x="33" y="23"/>
                      <a:pt x="39" y="33"/>
                      <a:pt x="44" y="43"/>
                    </a:cubicBezTo>
                    <a:cubicBezTo>
                      <a:pt x="43" y="43"/>
                      <a:pt x="43" y="43"/>
                      <a:pt x="43" y="44"/>
                    </a:cubicBezTo>
                    <a:cubicBezTo>
                      <a:pt x="37" y="39"/>
                      <a:pt x="31" y="34"/>
                      <a:pt x="25" y="31"/>
                    </a:cubicBezTo>
                    <a:cubicBezTo>
                      <a:pt x="25" y="30"/>
                      <a:pt x="25" y="30"/>
                      <a:pt x="25" y="29"/>
                    </a:cubicBezTo>
                    <a:cubicBezTo>
                      <a:pt x="24" y="28"/>
                      <a:pt x="23" y="27"/>
                      <a:pt x="22" y="27"/>
                    </a:cubicBezTo>
                    <a:cubicBezTo>
                      <a:pt x="22" y="27"/>
                      <a:pt x="21" y="27"/>
                      <a:pt x="21" y="27"/>
                    </a:cubicBezTo>
                    <a:cubicBezTo>
                      <a:pt x="19" y="28"/>
                      <a:pt x="19" y="29"/>
                      <a:pt x="19" y="31"/>
                    </a:cubicBezTo>
                    <a:cubicBezTo>
                      <a:pt x="20" y="32"/>
                      <a:pt x="21" y="33"/>
                      <a:pt x="22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2"/>
                      <a:pt x="25" y="32"/>
                    </a:cubicBezTo>
                    <a:cubicBezTo>
                      <a:pt x="31" y="35"/>
                      <a:pt x="36" y="40"/>
                      <a:pt x="42" y="45"/>
                    </a:cubicBezTo>
                    <a:cubicBezTo>
                      <a:pt x="41" y="45"/>
                      <a:pt x="41" y="46"/>
                      <a:pt x="41" y="46"/>
                    </a:cubicBezTo>
                    <a:cubicBezTo>
                      <a:pt x="30" y="43"/>
                      <a:pt x="19" y="40"/>
                      <a:pt x="8" y="39"/>
                    </a:cubicBezTo>
                    <a:cubicBezTo>
                      <a:pt x="8" y="39"/>
                      <a:pt x="8" y="38"/>
                      <a:pt x="8" y="38"/>
                    </a:cubicBezTo>
                    <a:cubicBezTo>
                      <a:pt x="7" y="37"/>
                      <a:pt x="6" y="37"/>
                      <a:pt x="5" y="37"/>
                    </a:cubicBezTo>
                    <a:cubicBezTo>
                      <a:pt x="3" y="37"/>
                      <a:pt x="2" y="37"/>
                      <a:pt x="1" y="38"/>
                    </a:cubicBezTo>
                    <a:cubicBezTo>
                      <a:pt x="0" y="40"/>
                      <a:pt x="0" y="43"/>
                      <a:pt x="1" y="44"/>
                    </a:cubicBezTo>
                    <a:cubicBezTo>
                      <a:pt x="2" y="45"/>
                      <a:pt x="3" y="45"/>
                      <a:pt x="4" y="45"/>
                    </a:cubicBezTo>
                    <a:cubicBezTo>
                      <a:pt x="5" y="45"/>
                      <a:pt x="6" y="45"/>
                      <a:pt x="7" y="44"/>
                    </a:cubicBezTo>
                    <a:cubicBezTo>
                      <a:pt x="8" y="43"/>
                      <a:pt x="8" y="43"/>
                      <a:pt x="8" y="42"/>
                    </a:cubicBezTo>
                    <a:cubicBezTo>
                      <a:pt x="19" y="43"/>
                      <a:pt x="29" y="45"/>
                      <a:pt x="40" y="48"/>
                    </a:cubicBezTo>
                    <a:cubicBezTo>
                      <a:pt x="33" y="48"/>
                      <a:pt x="26" y="47"/>
                      <a:pt x="19" y="47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6"/>
                      <a:pt x="18" y="45"/>
                      <a:pt x="16" y="45"/>
                    </a:cubicBezTo>
                    <a:cubicBezTo>
                      <a:pt x="16" y="45"/>
                      <a:pt x="16" y="45"/>
                      <a:pt x="15" y="45"/>
                    </a:cubicBezTo>
                    <a:cubicBezTo>
                      <a:pt x="14" y="45"/>
                      <a:pt x="13" y="47"/>
                      <a:pt x="14" y="48"/>
                    </a:cubicBezTo>
                    <a:cubicBezTo>
                      <a:pt x="14" y="50"/>
                      <a:pt x="15" y="51"/>
                      <a:pt x="17" y="51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8" y="50"/>
                      <a:pt x="19" y="50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6" y="49"/>
                      <a:pt x="33" y="49"/>
                      <a:pt x="41" y="50"/>
                    </a:cubicBezTo>
                    <a:cubicBezTo>
                      <a:pt x="41" y="50"/>
                      <a:pt x="41" y="51"/>
                      <a:pt x="41" y="52"/>
                    </a:cubicBezTo>
                    <a:cubicBezTo>
                      <a:pt x="31" y="57"/>
                      <a:pt x="20" y="61"/>
                      <a:pt x="10" y="66"/>
                    </a:cubicBezTo>
                    <a:cubicBezTo>
                      <a:pt x="9" y="66"/>
                      <a:pt x="9" y="66"/>
                      <a:pt x="9" y="66"/>
                    </a:cubicBezTo>
                    <a:cubicBezTo>
                      <a:pt x="9" y="65"/>
                      <a:pt x="7" y="65"/>
                      <a:pt x="6" y="65"/>
                    </a:cubicBezTo>
                    <a:cubicBezTo>
                      <a:pt x="5" y="65"/>
                      <a:pt x="4" y="65"/>
                      <a:pt x="3" y="66"/>
                    </a:cubicBezTo>
                    <a:cubicBezTo>
                      <a:pt x="1" y="67"/>
                      <a:pt x="1" y="70"/>
                      <a:pt x="2" y="72"/>
                    </a:cubicBezTo>
                    <a:cubicBezTo>
                      <a:pt x="3" y="73"/>
                      <a:pt x="5" y="73"/>
                      <a:pt x="6" y="73"/>
                    </a:cubicBezTo>
                    <a:cubicBezTo>
                      <a:pt x="7" y="73"/>
                      <a:pt x="8" y="73"/>
                      <a:pt x="9" y="72"/>
                    </a:cubicBezTo>
                    <a:cubicBezTo>
                      <a:pt x="10" y="71"/>
                      <a:pt x="11" y="70"/>
                      <a:pt x="10" y="68"/>
                    </a:cubicBezTo>
                    <a:cubicBezTo>
                      <a:pt x="21" y="63"/>
                      <a:pt x="31" y="58"/>
                      <a:pt x="42" y="53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38" y="60"/>
                      <a:pt x="32" y="65"/>
                      <a:pt x="27" y="69"/>
                    </a:cubicBezTo>
                    <a:cubicBezTo>
                      <a:pt x="26" y="69"/>
                      <a:pt x="25" y="69"/>
                      <a:pt x="24" y="69"/>
                    </a:cubicBezTo>
                    <a:cubicBezTo>
                      <a:pt x="24" y="69"/>
                      <a:pt x="24" y="69"/>
                      <a:pt x="24" y="69"/>
                    </a:cubicBezTo>
                    <a:cubicBezTo>
                      <a:pt x="22" y="69"/>
                      <a:pt x="21" y="71"/>
                      <a:pt x="22" y="73"/>
                    </a:cubicBezTo>
                    <a:cubicBezTo>
                      <a:pt x="23" y="74"/>
                      <a:pt x="24" y="75"/>
                      <a:pt x="25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8" y="74"/>
                      <a:pt x="29" y="73"/>
                      <a:pt x="28" y="71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34" y="67"/>
                      <a:pt x="39" y="61"/>
                      <a:pt x="45" y="55"/>
                    </a:cubicBezTo>
                    <a:cubicBezTo>
                      <a:pt x="45" y="56"/>
                      <a:pt x="46" y="56"/>
                      <a:pt x="46" y="56"/>
                    </a:cubicBezTo>
                    <a:cubicBezTo>
                      <a:pt x="42" y="69"/>
                      <a:pt x="37" y="81"/>
                      <a:pt x="31" y="92"/>
                    </a:cubicBezTo>
                    <a:cubicBezTo>
                      <a:pt x="30" y="92"/>
                      <a:pt x="30" y="92"/>
                      <a:pt x="29" y="92"/>
                    </a:cubicBezTo>
                    <a:cubicBezTo>
                      <a:pt x="28" y="92"/>
                      <a:pt x="27" y="92"/>
                      <a:pt x="26" y="93"/>
                    </a:cubicBezTo>
                    <a:cubicBezTo>
                      <a:pt x="24" y="95"/>
                      <a:pt x="24" y="98"/>
                      <a:pt x="26" y="99"/>
                    </a:cubicBezTo>
                    <a:cubicBezTo>
                      <a:pt x="27" y="100"/>
                      <a:pt x="28" y="101"/>
                      <a:pt x="30" y="101"/>
                    </a:cubicBezTo>
                    <a:cubicBezTo>
                      <a:pt x="31" y="101"/>
                      <a:pt x="32" y="100"/>
                      <a:pt x="33" y="99"/>
                    </a:cubicBezTo>
                    <a:cubicBezTo>
                      <a:pt x="35" y="98"/>
                      <a:pt x="35" y="95"/>
                      <a:pt x="33" y="93"/>
                    </a:cubicBezTo>
                    <a:cubicBezTo>
                      <a:pt x="33" y="93"/>
                      <a:pt x="33" y="93"/>
                      <a:pt x="33" y="93"/>
                    </a:cubicBezTo>
                    <a:cubicBezTo>
                      <a:pt x="38" y="83"/>
                      <a:pt x="43" y="72"/>
                      <a:pt x="47" y="60"/>
                    </a:cubicBezTo>
                    <a:cubicBezTo>
                      <a:pt x="46" y="66"/>
                      <a:pt x="46" y="71"/>
                      <a:pt x="45" y="77"/>
                    </a:cubicBezTo>
                    <a:cubicBezTo>
                      <a:pt x="44" y="77"/>
                      <a:pt x="44" y="77"/>
                      <a:pt x="44" y="77"/>
                    </a:cubicBezTo>
                    <a:cubicBezTo>
                      <a:pt x="42" y="77"/>
                      <a:pt x="42" y="79"/>
                      <a:pt x="42" y="81"/>
                    </a:cubicBezTo>
                    <a:cubicBezTo>
                      <a:pt x="43" y="82"/>
                      <a:pt x="44" y="83"/>
                      <a:pt x="46" y="83"/>
                    </a:cubicBezTo>
                    <a:cubicBezTo>
                      <a:pt x="46" y="83"/>
                      <a:pt x="46" y="83"/>
                      <a:pt x="47" y="83"/>
                    </a:cubicBezTo>
                    <a:cubicBezTo>
                      <a:pt x="48" y="82"/>
                      <a:pt x="49" y="80"/>
                      <a:pt x="48" y="79"/>
                    </a:cubicBezTo>
                    <a:cubicBezTo>
                      <a:pt x="48" y="78"/>
                      <a:pt x="47" y="77"/>
                      <a:pt x="47" y="77"/>
                    </a:cubicBezTo>
                    <a:cubicBezTo>
                      <a:pt x="48" y="70"/>
                      <a:pt x="49" y="63"/>
                      <a:pt x="49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54" y="67"/>
                      <a:pt x="57" y="78"/>
                      <a:pt x="59" y="88"/>
                    </a:cubicBezTo>
                    <a:cubicBezTo>
                      <a:pt x="58" y="89"/>
                      <a:pt x="57" y="89"/>
                      <a:pt x="57" y="90"/>
                    </a:cubicBezTo>
                    <a:cubicBezTo>
                      <a:pt x="55" y="91"/>
                      <a:pt x="55" y="94"/>
                      <a:pt x="57" y="96"/>
                    </a:cubicBezTo>
                    <a:cubicBezTo>
                      <a:pt x="58" y="97"/>
                      <a:pt x="59" y="98"/>
                      <a:pt x="60" y="98"/>
                    </a:cubicBezTo>
                    <a:cubicBezTo>
                      <a:pt x="61" y="98"/>
                      <a:pt x="63" y="97"/>
                      <a:pt x="64" y="96"/>
                    </a:cubicBezTo>
                    <a:cubicBezTo>
                      <a:pt x="65" y="94"/>
                      <a:pt x="65" y="91"/>
                      <a:pt x="64" y="89"/>
                    </a:cubicBezTo>
                    <a:cubicBezTo>
                      <a:pt x="63" y="89"/>
                      <a:pt x="62" y="88"/>
                      <a:pt x="60" y="88"/>
                    </a:cubicBezTo>
                    <a:cubicBezTo>
                      <a:pt x="60" y="88"/>
                      <a:pt x="60" y="88"/>
                      <a:pt x="60" y="88"/>
                    </a:cubicBezTo>
                    <a:cubicBezTo>
                      <a:pt x="58" y="78"/>
                      <a:pt x="55" y="66"/>
                      <a:pt x="51" y="55"/>
                    </a:cubicBezTo>
                    <a:cubicBezTo>
                      <a:pt x="51" y="55"/>
                      <a:pt x="52" y="55"/>
                      <a:pt x="52" y="54"/>
                    </a:cubicBezTo>
                    <a:cubicBezTo>
                      <a:pt x="58" y="60"/>
                      <a:pt x="63" y="65"/>
                      <a:pt x="69" y="70"/>
                    </a:cubicBezTo>
                    <a:cubicBezTo>
                      <a:pt x="69" y="71"/>
                      <a:pt x="68" y="72"/>
                      <a:pt x="69" y="73"/>
                    </a:cubicBezTo>
                    <a:cubicBezTo>
                      <a:pt x="69" y="75"/>
                      <a:pt x="71" y="76"/>
                      <a:pt x="72" y="76"/>
                    </a:cubicBezTo>
                    <a:cubicBezTo>
                      <a:pt x="73" y="76"/>
                      <a:pt x="73" y="76"/>
                      <a:pt x="73" y="75"/>
                    </a:cubicBezTo>
                    <a:cubicBezTo>
                      <a:pt x="75" y="75"/>
                      <a:pt x="76" y="73"/>
                      <a:pt x="75" y="71"/>
                    </a:cubicBezTo>
                    <a:cubicBezTo>
                      <a:pt x="75" y="70"/>
                      <a:pt x="73" y="69"/>
                      <a:pt x="72" y="69"/>
                    </a:cubicBezTo>
                    <a:cubicBezTo>
                      <a:pt x="71" y="69"/>
                      <a:pt x="71" y="69"/>
                      <a:pt x="71" y="69"/>
                    </a:cubicBezTo>
                    <a:cubicBezTo>
                      <a:pt x="70" y="70"/>
                      <a:pt x="70" y="70"/>
                      <a:pt x="70" y="70"/>
                    </a:cubicBezTo>
                    <a:cubicBezTo>
                      <a:pt x="64" y="65"/>
                      <a:pt x="59" y="59"/>
                      <a:pt x="53" y="53"/>
                    </a:cubicBezTo>
                    <a:cubicBezTo>
                      <a:pt x="53" y="53"/>
                      <a:pt x="53" y="53"/>
                      <a:pt x="53" y="53"/>
                    </a:cubicBezTo>
                    <a:cubicBezTo>
                      <a:pt x="64" y="57"/>
                      <a:pt x="75" y="61"/>
                      <a:pt x="86" y="64"/>
                    </a:cubicBezTo>
                    <a:cubicBezTo>
                      <a:pt x="86" y="65"/>
                      <a:pt x="86" y="66"/>
                      <a:pt x="87" y="67"/>
                    </a:cubicBezTo>
                    <a:cubicBezTo>
                      <a:pt x="88" y="68"/>
                      <a:pt x="89" y="69"/>
                      <a:pt x="90" y="69"/>
                    </a:cubicBezTo>
                    <a:cubicBezTo>
                      <a:pt x="92" y="69"/>
                      <a:pt x="93" y="68"/>
                      <a:pt x="93" y="68"/>
                    </a:cubicBezTo>
                    <a:cubicBezTo>
                      <a:pt x="95" y="66"/>
                      <a:pt x="95" y="63"/>
                      <a:pt x="93" y="62"/>
                    </a:cubicBezTo>
                    <a:cubicBezTo>
                      <a:pt x="92" y="61"/>
                      <a:pt x="91" y="60"/>
                      <a:pt x="90" y="60"/>
                    </a:cubicBezTo>
                    <a:cubicBezTo>
                      <a:pt x="89" y="60"/>
                      <a:pt x="88" y="61"/>
                      <a:pt x="87" y="61"/>
                    </a:cubicBezTo>
                    <a:cubicBezTo>
                      <a:pt x="87" y="62"/>
                      <a:pt x="87" y="62"/>
                      <a:pt x="87" y="62"/>
                    </a:cubicBezTo>
                    <a:cubicBezTo>
                      <a:pt x="76" y="59"/>
                      <a:pt x="65" y="55"/>
                      <a:pt x="54" y="51"/>
                    </a:cubicBezTo>
                    <a:cubicBezTo>
                      <a:pt x="54" y="51"/>
                      <a:pt x="54" y="51"/>
                      <a:pt x="54" y="51"/>
                    </a:cubicBezTo>
                    <a:cubicBezTo>
                      <a:pt x="55" y="51"/>
                      <a:pt x="57" y="51"/>
                      <a:pt x="58" y="51"/>
                    </a:cubicBezTo>
                    <a:cubicBezTo>
                      <a:pt x="63" y="51"/>
                      <a:pt x="68" y="50"/>
                      <a:pt x="73" y="50"/>
                    </a:cubicBezTo>
                    <a:cubicBezTo>
                      <a:pt x="74" y="51"/>
                      <a:pt x="75" y="52"/>
                      <a:pt x="76" y="52"/>
                    </a:cubicBezTo>
                    <a:cubicBezTo>
                      <a:pt x="76" y="52"/>
                      <a:pt x="77" y="52"/>
                      <a:pt x="77" y="52"/>
                    </a:cubicBezTo>
                    <a:cubicBezTo>
                      <a:pt x="79" y="51"/>
                      <a:pt x="79" y="49"/>
                      <a:pt x="79" y="48"/>
                    </a:cubicBezTo>
                    <a:cubicBezTo>
                      <a:pt x="78" y="46"/>
                      <a:pt x="77" y="45"/>
                      <a:pt x="75" y="45"/>
                    </a:cubicBezTo>
                    <a:cubicBezTo>
                      <a:pt x="75" y="45"/>
                      <a:pt x="75" y="45"/>
                      <a:pt x="74" y="45"/>
                    </a:cubicBezTo>
                    <a:cubicBezTo>
                      <a:pt x="73" y="46"/>
                      <a:pt x="73" y="47"/>
                      <a:pt x="73" y="48"/>
                    </a:cubicBezTo>
                    <a:cubicBezTo>
                      <a:pt x="68" y="49"/>
                      <a:pt x="63" y="49"/>
                      <a:pt x="58" y="49"/>
                    </a:cubicBezTo>
                    <a:cubicBezTo>
                      <a:pt x="56" y="49"/>
                      <a:pt x="55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cubicBezTo>
                      <a:pt x="63" y="43"/>
                      <a:pt x="72" y="38"/>
                      <a:pt x="81" y="32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82" y="33"/>
                      <a:pt x="83" y="34"/>
                      <a:pt x="84" y="34"/>
                    </a:cubicBezTo>
                    <a:cubicBezTo>
                      <a:pt x="85" y="34"/>
                      <a:pt x="86" y="33"/>
                      <a:pt x="87" y="33"/>
                    </a:cubicBezTo>
                    <a:cubicBezTo>
                      <a:pt x="89" y="31"/>
                      <a:pt x="89" y="28"/>
                      <a:pt x="87" y="26"/>
                    </a:cubicBezTo>
                    <a:cubicBezTo>
                      <a:pt x="86" y="25"/>
                      <a:pt x="85" y="25"/>
                      <a:pt x="84" y="25"/>
                    </a:cubicBezTo>
                    <a:cubicBezTo>
                      <a:pt x="83" y="25"/>
                      <a:pt x="82" y="25"/>
                      <a:pt x="81" y="26"/>
                    </a:cubicBezTo>
                    <a:cubicBezTo>
                      <a:pt x="79" y="27"/>
                      <a:pt x="79" y="29"/>
                      <a:pt x="80" y="31"/>
                    </a:cubicBezTo>
                    <a:cubicBezTo>
                      <a:pt x="71" y="37"/>
                      <a:pt x="62" y="42"/>
                      <a:pt x="53" y="4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7" y="40"/>
                      <a:pt x="61" y="34"/>
                      <a:pt x="64" y="28"/>
                    </a:cubicBezTo>
                    <a:cubicBezTo>
                      <a:pt x="64" y="28"/>
                      <a:pt x="65" y="28"/>
                      <a:pt x="65" y="28"/>
                    </a:cubicBezTo>
                    <a:cubicBezTo>
                      <a:pt x="66" y="28"/>
                      <a:pt x="66" y="28"/>
                      <a:pt x="66" y="28"/>
                    </a:cubicBezTo>
                    <a:cubicBezTo>
                      <a:pt x="68" y="28"/>
                      <a:pt x="68" y="26"/>
                      <a:pt x="68" y="24"/>
                    </a:cubicBezTo>
                    <a:cubicBezTo>
                      <a:pt x="67" y="23"/>
                      <a:pt x="66" y="22"/>
                      <a:pt x="65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2" y="23"/>
                      <a:pt x="61" y="24"/>
                      <a:pt x="62" y="26"/>
                    </a:cubicBezTo>
                    <a:cubicBezTo>
                      <a:pt x="62" y="27"/>
                      <a:pt x="62" y="27"/>
                      <a:pt x="62" y="27"/>
                    </a:cubicBezTo>
                    <a:cubicBezTo>
                      <a:pt x="59" y="33"/>
                      <a:pt x="56" y="38"/>
                      <a:pt x="51" y="44"/>
                    </a:cubicBezTo>
                    <a:cubicBezTo>
                      <a:pt x="55" y="32"/>
                      <a:pt x="57" y="21"/>
                      <a:pt x="58" y="9"/>
                    </a:cubicBezTo>
                    <a:cubicBezTo>
                      <a:pt x="59" y="9"/>
                      <a:pt x="60" y="9"/>
                      <a:pt x="61" y="8"/>
                    </a:cubicBezTo>
                    <a:cubicBezTo>
                      <a:pt x="63" y="6"/>
                      <a:pt x="63" y="3"/>
                      <a:pt x="61" y="2"/>
                    </a:cubicBezTo>
                    <a:cubicBezTo>
                      <a:pt x="60" y="1"/>
                      <a:pt x="59" y="0"/>
                      <a:pt x="58" y="0"/>
                    </a:cubicBezTo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8">
                <a:extLst>
                  <a:ext uri="{FF2B5EF4-FFF2-40B4-BE49-F238E27FC236}">
                    <a16:creationId xmlns:a16="http://schemas.microsoft.com/office/drawing/2014/main" id="{C8F79B3E-B41A-714F-9624-C33DCAF081C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473575" y="5000625"/>
                <a:ext cx="188913" cy="196850"/>
              </a:xfrm>
              <a:custGeom>
                <a:avLst/>
                <a:gdLst>
                  <a:gd name="T0" fmla="*/ 16 w 59"/>
                  <a:gd name="T1" fmla="*/ 6 h 62"/>
                  <a:gd name="T2" fmla="*/ 18 w 59"/>
                  <a:gd name="T3" fmla="*/ 19 h 62"/>
                  <a:gd name="T4" fmla="*/ 16 w 59"/>
                  <a:gd name="T5" fmla="*/ 16 h 62"/>
                  <a:gd name="T6" fmla="*/ 16 w 59"/>
                  <a:gd name="T7" fmla="*/ 20 h 62"/>
                  <a:gd name="T8" fmla="*/ 25 w 59"/>
                  <a:gd name="T9" fmla="*/ 31 h 62"/>
                  <a:gd name="T10" fmla="*/ 3 w 59"/>
                  <a:gd name="T11" fmla="*/ 15 h 62"/>
                  <a:gd name="T12" fmla="*/ 5 w 59"/>
                  <a:gd name="T13" fmla="*/ 21 h 62"/>
                  <a:gd name="T14" fmla="*/ 9 w 59"/>
                  <a:gd name="T15" fmla="*/ 33 h 62"/>
                  <a:gd name="T16" fmla="*/ 5 w 59"/>
                  <a:gd name="T17" fmla="*/ 33 h 62"/>
                  <a:gd name="T18" fmla="*/ 9 w 59"/>
                  <a:gd name="T19" fmla="*/ 34 h 62"/>
                  <a:gd name="T20" fmla="*/ 25 w 59"/>
                  <a:gd name="T21" fmla="*/ 34 h 62"/>
                  <a:gd name="T22" fmla="*/ 0 w 59"/>
                  <a:gd name="T23" fmla="*/ 45 h 62"/>
                  <a:gd name="T24" fmla="*/ 5 w 59"/>
                  <a:gd name="T25" fmla="*/ 45 h 62"/>
                  <a:gd name="T26" fmla="*/ 17 w 59"/>
                  <a:gd name="T27" fmla="*/ 44 h 62"/>
                  <a:gd name="T28" fmla="*/ 16 w 59"/>
                  <a:gd name="T29" fmla="*/ 48 h 62"/>
                  <a:gd name="T30" fmla="*/ 18 w 59"/>
                  <a:gd name="T31" fmla="*/ 45 h 62"/>
                  <a:gd name="T32" fmla="*/ 22 w 59"/>
                  <a:gd name="T33" fmla="*/ 56 h 62"/>
                  <a:gd name="T34" fmla="*/ 22 w 59"/>
                  <a:gd name="T35" fmla="*/ 62 h 62"/>
                  <a:gd name="T36" fmla="*/ 28 w 59"/>
                  <a:gd name="T37" fmla="*/ 37 h 62"/>
                  <a:gd name="T38" fmla="*/ 30 w 59"/>
                  <a:gd name="T39" fmla="*/ 51 h 62"/>
                  <a:gd name="T40" fmla="*/ 34 w 59"/>
                  <a:gd name="T41" fmla="*/ 53 h 62"/>
                  <a:gd name="T42" fmla="*/ 30 w 59"/>
                  <a:gd name="T43" fmla="*/ 37 h 62"/>
                  <a:gd name="T44" fmla="*/ 42 w 59"/>
                  <a:gd name="T45" fmla="*/ 58 h 62"/>
                  <a:gd name="T46" fmla="*/ 45 w 59"/>
                  <a:gd name="T47" fmla="*/ 55 h 62"/>
                  <a:gd name="T48" fmla="*/ 32 w 59"/>
                  <a:gd name="T49" fmla="*/ 36 h 62"/>
                  <a:gd name="T50" fmla="*/ 46 w 59"/>
                  <a:gd name="T51" fmla="*/ 46 h 62"/>
                  <a:gd name="T52" fmla="*/ 46 w 59"/>
                  <a:gd name="T53" fmla="*/ 43 h 62"/>
                  <a:gd name="T54" fmla="*/ 33 w 59"/>
                  <a:gd name="T55" fmla="*/ 35 h 62"/>
                  <a:gd name="T56" fmla="*/ 57 w 59"/>
                  <a:gd name="T57" fmla="*/ 42 h 62"/>
                  <a:gd name="T58" fmla="*/ 54 w 59"/>
                  <a:gd name="T59" fmla="*/ 39 h 62"/>
                  <a:gd name="T60" fmla="*/ 48 w 59"/>
                  <a:gd name="T61" fmla="*/ 31 h 62"/>
                  <a:gd name="T62" fmla="*/ 51 w 59"/>
                  <a:gd name="T63" fmla="*/ 31 h 62"/>
                  <a:gd name="T64" fmla="*/ 48 w 59"/>
                  <a:gd name="T65" fmla="*/ 29 h 62"/>
                  <a:gd name="T66" fmla="*/ 34 w 59"/>
                  <a:gd name="T67" fmla="*/ 31 h 62"/>
                  <a:gd name="T68" fmla="*/ 55 w 59"/>
                  <a:gd name="T69" fmla="*/ 17 h 62"/>
                  <a:gd name="T70" fmla="*/ 50 w 59"/>
                  <a:gd name="T71" fmla="*/ 18 h 62"/>
                  <a:gd name="T72" fmla="*/ 43 w 59"/>
                  <a:gd name="T73" fmla="*/ 21 h 62"/>
                  <a:gd name="T74" fmla="*/ 45 w 59"/>
                  <a:gd name="T75" fmla="*/ 18 h 62"/>
                  <a:gd name="T76" fmla="*/ 42 w 59"/>
                  <a:gd name="T77" fmla="*/ 20 h 62"/>
                  <a:gd name="T78" fmla="*/ 31 w 59"/>
                  <a:gd name="T79" fmla="*/ 29 h 62"/>
                  <a:gd name="T80" fmla="*/ 39 w 59"/>
                  <a:gd name="T81" fmla="*/ 8 h 62"/>
                  <a:gd name="T82" fmla="*/ 39 w 59"/>
                  <a:gd name="T83" fmla="*/ 2 h 62"/>
                  <a:gd name="T84" fmla="*/ 30 w 59"/>
                  <a:gd name="T85" fmla="*/ 29 h 62"/>
                  <a:gd name="T86" fmla="*/ 29 w 59"/>
                  <a:gd name="T87" fmla="*/ 14 h 62"/>
                  <a:gd name="T88" fmla="*/ 29 w 59"/>
                  <a:gd name="T89" fmla="*/ 10 h 62"/>
                  <a:gd name="T90" fmla="*/ 28 w 59"/>
                  <a:gd name="T91" fmla="*/ 14 h 62"/>
                  <a:gd name="T92" fmla="*/ 17 w 59"/>
                  <a:gd name="T93" fmla="*/ 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9" h="62">
                    <a:moveTo>
                      <a:pt x="16" y="0"/>
                    </a:moveTo>
                    <a:cubicBezTo>
                      <a:pt x="14" y="0"/>
                      <a:pt x="13" y="1"/>
                      <a:pt x="13" y="3"/>
                    </a:cubicBezTo>
                    <a:cubicBezTo>
                      <a:pt x="13" y="5"/>
                      <a:pt x="14" y="6"/>
                      <a:pt x="16" y="6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8" y="13"/>
                      <a:pt x="21" y="20"/>
                      <a:pt x="25" y="28"/>
                    </a:cubicBezTo>
                    <a:cubicBezTo>
                      <a:pt x="22" y="25"/>
                      <a:pt x="20" y="22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8" y="16"/>
                      <a:pt x="17" y="16"/>
                    </a:cubicBezTo>
                    <a:cubicBezTo>
                      <a:pt x="17" y="16"/>
                      <a:pt x="16" y="16"/>
                      <a:pt x="16" y="16"/>
                    </a:cubicBezTo>
                    <a:cubicBezTo>
                      <a:pt x="15" y="16"/>
                      <a:pt x="15" y="16"/>
                      <a:pt x="14" y="17"/>
                    </a:cubicBezTo>
                    <a:cubicBezTo>
                      <a:pt x="14" y="18"/>
                      <a:pt x="14" y="19"/>
                      <a:pt x="15" y="20"/>
                    </a:cubicBezTo>
                    <a:cubicBezTo>
                      <a:pt x="15" y="20"/>
                      <a:pt x="16" y="20"/>
                      <a:pt x="16" y="20"/>
                    </a:cubicBezTo>
                    <a:cubicBezTo>
                      <a:pt x="16" y="20"/>
                      <a:pt x="17" y="20"/>
                      <a:pt x="17" y="20"/>
                    </a:cubicBezTo>
                    <a:cubicBezTo>
                      <a:pt x="19" y="23"/>
                      <a:pt x="22" y="27"/>
                      <a:pt x="26" y="30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18" y="27"/>
                      <a:pt x="12" y="24"/>
                      <a:pt x="6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7"/>
                      <a:pt x="5" y="15"/>
                      <a:pt x="3" y="15"/>
                    </a:cubicBezTo>
                    <a:cubicBezTo>
                      <a:pt x="2" y="15"/>
                      <a:pt x="0" y="17"/>
                      <a:pt x="0" y="19"/>
                    </a:cubicBezTo>
                    <a:cubicBezTo>
                      <a:pt x="0" y="20"/>
                      <a:pt x="2" y="22"/>
                      <a:pt x="3" y="22"/>
                    </a:cubicBezTo>
                    <a:cubicBezTo>
                      <a:pt x="4" y="22"/>
                      <a:pt x="5" y="21"/>
                      <a:pt x="5" y="21"/>
                    </a:cubicBezTo>
                    <a:cubicBezTo>
                      <a:pt x="11" y="25"/>
                      <a:pt x="18" y="28"/>
                      <a:pt x="25" y="31"/>
                    </a:cubicBezTo>
                    <a:cubicBezTo>
                      <a:pt x="25" y="32"/>
                      <a:pt x="25" y="32"/>
                      <a:pt x="25" y="33"/>
                    </a:cubicBezTo>
                    <a:cubicBezTo>
                      <a:pt x="20" y="33"/>
                      <a:pt x="14" y="33"/>
                      <a:pt x="9" y="33"/>
                    </a:cubicBezTo>
                    <a:cubicBezTo>
                      <a:pt x="9" y="32"/>
                      <a:pt x="9" y="32"/>
                      <a:pt x="8" y="32"/>
                    </a:cubicBezTo>
                    <a:cubicBezTo>
                      <a:pt x="8" y="31"/>
                      <a:pt x="8" y="31"/>
                      <a:pt x="7" y="31"/>
                    </a:cubicBezTo>
                    <a:cubicBezTo>
                      <a:pt x="6" y="31"/>
                      <a:pt x="6" y="32"/>
                      <a:pt x="5" y="33"/>
                    </a:cubicBezTo>
                    <a:cubicBezTo>
                      <a:pt x="5" y="34"/>
                      <a:pt x="5" y="35"/>
                      <a:pt x="6" y="35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8" y="36"/>
                      <a:pt x="9" y="35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14" y="33"/>
                      <a:pt x="20" y="33"/>
                      <a:pt x="25" y="33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8" y="37"/>
                      <a:pt x="11" y="40"/>
                      <a:pt x="5" y="44"/>
                    </a:cubicBezTo>
                    <a:cubicBezTo>
                      <a:pt x="4" y="43"/>
                      <a:pt x="3" y="43"/>
                      <a:pt x="2" y="43"/>
                    </a:cubicBezTo>
                    <a:cubicBezTo>
                      <a:pt x="1" y="43"/>
                      <a:pt x="0" y="44"/>
                      <a:pt x="0" y="45"/>
                    </a:cubicBezTo>
                    <a:cubicBezTo>
                      <a:pt x="0" y="47"/>
                      <a:pt x="1" y="48"/>
                      <a:pt x="2" y="48"/>
                    </a:cubicBezTo>
                    <a:cubicBezTo>
                      <a:pt x="4" y="48"/>
                      <a:pt x="5" y="47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12" y="42"/>
                      <a:pt x="19" y="38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3" y="38"/>
                      <a:pt x="20" y="41"/>
                      <a:pt x="17" y="44"/>
                    </a:cubicBezTo>
                    <a:cubicBezTo>
                      <a:pt x="17" y="44"/>
                      <a:pt x="17" y="44"/>
                      <a:pt x="16" y="44"/>
                    </a:cubicBezTo>
                    <a:cubicBezTo>
                      <a:pt x="16" y="44"/>
                      <a:pt x="15" y="45"/>
                      <a:pt x="14" y="45"/>
                    </a:cubicBezTo>
                    <a:cubicBezTo>
                      <a:pt x="14" y="46"/>
                      <a:pt x="14" y="47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7" y="48"/>
                      <a:pt x="18" y="48"/>
                      <a:pt x="18" y="47"/>
                    </a:cubicBezTo>
                    <a:cubicBezTo>
                      <a:pt x="19" y="46"/>
                      <a:pt x="19" y="45"/>
                      <a:pt x="18" y="45"/>
                    </a:cubicBezTo>
                    <a:cubicBezTo>
                      <a:pt x="21" y="42"/>
                      <a:pt x="23" y="39"/>
                      <a:pt x="26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5" y="43"/>
                      <a:pt x="23" y="49"/>
                      <a:pt x="22" y="56"/>
                    </a:cubicBezTo>
                    <a:cubicBezTo>
                      <a:pt x="22" y="56"/>
                      <a:pt x="22" y="56"/>
                      <a:pt x="22" y="56"/>
                    </a:cubicBezTo>
                    <a:cubicBezTo>
                      <a:pt x="20" y="56"/>
                      <a:pt x="19" y="57"/>
                      <a:pt x="19" y="59"/>
                    </a:cubicBezTo>
                    <a:cubicBezTo>
                      <a:pt x="19" y="60"/>
                      <a:pt x="20" y="62"/>
                      <a:pt x="22" y="62"/>
                    </a:cubicBezTo>
                    <a:cubicBezTo>
                      <a:pt x="23" y="62"/>
                      <a:pt x="25" y="60"/>
                      <a:pt x="25" y="59"/>
                    </a:cubicBezTo>
                    <a:cubicBezTo>
                      <a:pt x="25" y="57"/>
                      <a:pt x="24" y="56"/>
                      <a:pt x="23" y="56"/>
                    </a:cubicBezTo>
                    <a:cubicBezTo>
                      <a:pt x="24" y="49"/>
                      <a:pt x="26" y="43"/>
                      <a:pt x="28" y="37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41"/>
                      <a:pt x="30" y="46"/>
                      <a:pt x="31" y="50"/>
                    </a:cubicBezTo>
                    <a:cubicBezTo>
                      <a:pt x="31" y="50"/>
                      <a:pt x="30" y="51"/>
                      <a:pt x="30" y="51"/>
                    </a:cubicBezTo>
                    <a:cubicBezTo>
                      <a:pt x="30" y="52"/>
                      <a:pt x="30" y="53"/>
                      <a:pt x="31" y="54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3" y="54"/>
                      <a:pt x="34" y="53"/>
                      <a:pt x="34" y="53"/>
                    </a:cubicBezTo>
                    <a:cubicBezTo>
                      <a:pt x="35" y="52"/>
                      <a:pt x="34" y="50"/>
                      <a:pt x="33" y="50"/>
                    </a:cubicBezTo>
                    <a:cubicBezTo>
                      <a:pt x="33" y="50"/>
                      <a:pt x="33" y="50"/>
                      <a:pt x="33" y="50"/>
                    </a:cubicBezTo>
                    <a:cubicBezTo>
                      <a:pt x="31" y="46"/>
                      <a:pt x="30" y="41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4" y="44"/>
                      <a:pt x="38" y="50"/>
                      <a:pt x="43" y="56"/>
                    </a:cubicBezTo>
                    <a:cubicBezTo>
                      <a:pt x="42" y="56"/>
                      <a:pt x="42" y="57"/>
                      <a:pt x="42" y="58"/>
                    </a:cubicBezTo>
                    <a:cubicBezTo>
                      <a:pt x="42" y="60"/>
                      <a:pt x="43" y="61"/>
                      <a:pt x="45" y="61"/>
                    </a:cubicBezTo>
                    <a:cubicBezTo>
                      <a:pt x="46" y="61"/>
                      <a:pt x="48" y="60"/>
                      <a:pt x="48" y="58"/>
                    </a:cubicBezTo>
                    <a:cubicBezTo>
                      <a:pt x="48" y="56"/>
                      <a:pt x="46" y="55"/>
                      <a:pt x="45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50"/>
                      <a:pt x="35" y="43"/>
                      <a:pt x="31" y="37"/>
                    </a:cubicBezTo>
                    <a:cubicBezTo>
                      <a:pt x="31" y="36"/>
                      <a:pt x="32" y="36"/>
                      <a:pt x="32" y="36"/>
                    </a:cubicBezTo>
                    <a:cubicBezTo>
                      <a:pt x="36" y="39"/>
                      <a:pt x="40" y="42"/>
                      <a:pt x="44" y="44"/>
                    </a:cubicBezTo>
                    <a:cubicBezTo>
                      <a:pt x="44" y="45"/>
                      <a:pt x="44" y="45"/>
                      <a:pt x="45" y="46"/>
                    </a:cubicBezTo>
                    <a:cubicBezTo>
                      <a:pt x="45" y="46"/>
                      <a:pt x="45" y="46"/>
                      <a:pt x="46" y="46"/>
                    </a:cubicBezTo>
                    <a:cubicBezTo>
                      <a:pt x="46" y="46"/>
                      <a:pt x="47" y="46"/>
                      <a:pt x="47" y="45"/>
                    </a:cubicBezTo>
                    <a:cubicBezTo>
                      <a:pt x="48" y="44"/>
                      <a:pt x="47" y="43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5" y="43"/>
                      <a:pt x="45" y="43"/>
                      <a:pt x="44" y="43"/>
                    </a:cubicBezTo>
                    <a:cubicBezTo>
                      <a:pt x="40" y="41"/>
                      <a:pt x="37" y="38"/>
                      <a:pt x="33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40" y="37"/>
                      <a:pt x="48" y="39"/>
                      <a:pt x="54" y="39"/>
                    </a:cubicBezTo>
                    <a:cubicBezTo>
                      <a:pt x="54" y="39"/>
                      <a:pt x="54" y="39"/>
                      <a:pt x="54" y="39"/>
                    </a:cubicBezTo>
                    <a:cubicBezTo>
                      <a:pt x="54" y="41"/>
                      <a:pt x="55" y="42"/>
                      <a:pt x="57" y="42"/>
                    </a:cubicBezTo>
                    <a:cubicBezTo>
                      <a:pt x="58" y="42"/>
                      <a:pt x="59" y="41"/>
                      <a:pt x="59" y="39"/>
                    </a:cubicBezTo>
                    <a:cubicBezTo>
                      <a:pt x="59" y="38"/>
                      <a:pt x="58" y="37"/>
                      <a:pt x="57" y="37"/>
                    </a:cubicBezTo>
                    <a:cubicBezTo>
                      <a:pt x="56" y="37"/>
                      <a:pt x="55" y="37"/>
                      <a:pt x="54" y="39"/>
                    </a:cubicBezTo>
                    <a:cubicBezTo>
                      <a:pt x="48" y="38"/>
                      <a:pt x="41" y="36"/>
                      <a:pt x="34" y="34"/>
                    </a:cubicBezTo>
                    <a:cubicBezTo>
                      <a:pt x="34" y="33"/>
                      <a:pt x="34" y="33"/>
                      <a:pt x="34" y="33"/>
                    </a:cubicBezTo>
                    <a:cubicBezTo>
                      <a:pt x="39" y="33"/>
                      <a:pt x="43" y="32"/>
                      <a:pt x="48" y="31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0" y="32"/>
                      <a:pt x="51" y="31"/>
                      <a:pt x="51" y="31"/>
                    </a:cubicBezTo>
                    <a:cubicBezTo>
                      <a:pt x="52" y="30"/>
                      <a:pt x="51" y="29"/>
                      <a:pt x="50" y="28"/>
                    </a:cubicBezTo>
                    <a:cubicBezTo>
                      <a:pt x="50" y="28"/>
                      <a:pt x="50" y="28"/>
                      <a:pt x="50" y="28"/>
                    </a:cubicBezTo>
                    <a:cubicBezTo>
                      <a:pt x="49" y="28"/>
                      <a:pt x="48" y="29"/>
                      <a:pt x="48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3" y="32"/>
                      <a:pt x="39" y="32"/>
                      <a:pt x="34" y="32"/>
                    </a:cubicBezTo>
                    <a:cubicBezTo>
                      <a:pt x="34" y="32"/>
                      <a:pt x="34" y="31"/>
                      <a:pt x="34" y="31"/>
                    </a:cubicBezTo>
                    <a:cubicBezTo>
                      <a:pt x="40" y="28"/>
                      <a:pt x="46" y="24"/>
                      <a:pt x="52" y="19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4" y="20"/>
                      <a:pt x="55" y="18"/>
                      <a:pt x="55" y="17"/>
                    </a:cubicBezTo>
                    <a:cubicBezTo>
                      <a:pt x="55" y="15"/>
                      <a:pt x="54" y="14"/>
                      <a:pt x="53" y="14"/>
                    </a:cubicBezTo>
                    <a:cubicBezTo>
                      <a:pt x="51" y="14"/>
                      <a:pt x="50" y="15"/>
                      <a:pt x="50" y="17"/>
                    </a:cubicBezTo>
                    <a:cubicBezTo>
                      <a:pt x="50" y="17"/>
                      <a:pt x="50" y="18"/>
                      <a:pt x="50" y="18"/>
                    </a:cubicBezTo>
                    <a:cubicBezTo>
                      <a:pt x="45" y="23"/>
                      <a:pt x="39" y="26"/>
                      <a:pt x="33" y="30"/>
                    </a:cubicBezTo>
                    <a:cubicBezTo>
                      <a:pt x="37" y="27"/>
                      <a:pt x="40" y="24"/>
                      <a:pt x="43" y="21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1"/>
                      <a:pt x="44" y="21"/>
                      <a:pt x="44" y="21"/>
                    </a:cubicBezTo>
                    <a:cubicBezTo>
                      <a:pt x="45" y="21"/>
                      <a:pt x="46" y="21"/>
                      <a:pt x="46" y="20"/>
                    </a:cubicBezTo>
                    <a:cubicBezTo>
                      <a:pt x="47" y="19"/>
                      <a:pt x="46" y="18"/>
                      <a:pt x="45" y="18"/>
                    </a:cubicBezTo>
                    <a:cubicBezTo>
                      <a:pt x="45" y="17"/>
                      <a:pt x="45" y="17"/>
                      <a:pt x="44" y="17"/>
                    </a:cubicBezTo>
                    <a:cubicBezTo>
                      <a:pt x="43" y="17"/>
                      <a:pt x="43" y="18"/>
                      <a:pt x="42" y="18"/>
                    </a:cubicBezTo>
                    <a:cubicBezTo>
                      <a:pt x="42" y="19"/>
                      <a:pt x="42" y="20"/>
                      <a:pt x="42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39" y="23"/>
                      <a:pt x="36" y="26"/>
                      <a:pt x="32" y="29"/>
                    </a:cubicBezTo>
                    <a:cubicBezTo>
                      <a:pt x="32" y="29"/>
                      <a:pt x="31" y="29"/>
                      <a:pt x="31" y="29"/>
                    </a:cubicBezTo>
                    <a:cubicBezTo>
                      <a:pt x="34" y="22"/>
                      <a:pt x="36" y="15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41" y="8"/>
                      <a:pt x="42" y="6"/>
                      <a:pt x="42" y="5"/>
                    </a:cubicBezTo>
                    <a:cubicBezTo>
                      <a:pt x="42" y="3"/>
                      <a:pt x="41" y="2"/>
                      <a:pt x="39" y="2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38" y="2"/>
                      <a:pt x="37" y="3"/>
                      <a:pt x="36" y="4"/>
                    </a:cubicBezTo>
                    <a:cubicBezTo>
                      <a:pt x="36" y="5"/>
                      <a:pt x="37" y="6"/>
                      <a:pt x="38" y="7"/>
                    </a:cubicBezTo>
                    <a:cubicBezTo>
                      <a:pt x="35" y="14"/>
                      <a:pt x="32" y="21"/>
                      <a:pt x="30" y="29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23"/>
                      <a:pt x="29" y="18"/>
                      <a:pt x="29" y="14"/>
                    </a:cubicBezTo>
                    <a:cubicBezTo>
                      <a:pt x="30" y="14"/>
                      <a:pt x="31" y="13"/>
                      <a:pt x="31" y="13"/>
                    </a:cubicBezTo>
                    <a:cubicBezTo>
                      <a:pt x="32" y="12"/>
                      <a:pt x="31" y="11"/>
                      <a:pt x="30" y="10"/>
                    </a:cubicBezTo>
                    <a:cubicBezTo>
                      <a:pt x="30" y="10"/>
                      <a:pt x="29" y="10"/>
                      <a:pt x="29" y="10"/>
                    </a:cubicBezTo>
                    <a:cubicBezTo>
                      <a:pt x="28" y="10"/>
                      <a:pt x="27" y="11"/>
                      <a:pt x="27" y="11"/>
                    </a:cubicBezTo>
                    <a:cubicBezTo>
                      <a:pt x="27" y="12"/>
                      <a:pt x="27" y="13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8"/>
                      <a:pt x="27" y="24"/>
                      <a:pt x="28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1"/>
                      <a:pt x="20" y="13"/>
                      <a:pt x="17" y="6"/>
                    </a:cubicBezTo>
                    <a:cubicBezTo>
                      <a:pt x="18" y="5"/>
                      <a:pt x="19" y="4"/>
                      <a:pt x="19" y="3"/>
                    </a:cubicBezTo>
                    <a:cubicBezTo>
                      <a:pt x="19" y="1"/>
                      <a:pt x="18" y="0"/>
                      <a:pt x="16" y="0"/>
                    </a:cubicBezTo>
                  </a:path>
                </a:pathLst>
              </a:custGeom>
              <a:solidFill>
                <a:srgbClr val="FFFFFF">
                  <a:alpha val="74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1E6663A0-B8CE-3846-BCDC-0D558E8D57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65163" y="7119938"/>
                <a:ext cx="144463" cy="146050"/>
              </a:xfrm>
              <a:custGeom>
                <a:avLst/>
                <a:gdLst>
                  <a:gd name="T0" fmla="*/ 12 w 45"/>
                  <a:gd name="T1" fmla="*/ 5 h 46"/>
                  <a:gd name="T2" fmla="*/ 14 w 45"/>
                  <a:gd name="T3" fmla="*/ 14 h 46"/>
                  <a:gd name="T4" fmla="*/ 13 w 45"/>
                  <a:gd name="T5" fmla="*/ 12 h 46"/>
                  <a:gd name="T6" fmla="*/ 13 w 45"/>
                  <a:gd name="T7" fmla="*/ 15 h 46"/>
                  <a:gd name="T8" fmla="*/ 20 w 45"/>
                  <a:gd name="T9" fmla="*/ 23 h 46"/>
                  <a:gd name="T10" fmla="*/ 3 w 45"/>
                  <a:gd name="T11" fmla="*/ 12 h 46"/>
                  <a:gd name="T12" fmla="*/ 5 w 45"/>
                  <a:gd name="T13" fmla="*/ 16 h 46"/>
                  <a:gd name="T14" fmla="*/ 8 w 45"/>
                  <a:gd name="T15" fmla="*/ 25 h 46"/>
                  <a:gd name="T16" fmla="*/ 4 w 45"/>
                  <a:gd name="T17" fmla="*/ 25 h 46"/>
                  <a:gd name="T18" fmla="*/ 8 w 45"/>
                  <a:gd name="T19" fmla="*/ 26 h 46"/>
                  <a:gd name="T20" fmla="*/ 19 w 45"/>
                  <a:gd name="T21" fmla="*/ 25 h 46"/>
                  <a:gd name="T22" fmla="*/ 0 w 45"/>
                  <a:gd name="T23" fmla="*/ 34 h 46"/>
                  <a:gd name="T24" fmla="*/ 4 w 45"/>
                  <a:gd name="T25" fmla="*/ 34 h 46"/>
                  <a:gd name="T26" fmla="*/ 13 w 45"/>
                  <a:gd name="T27" fmla="*/ 33 h 46"/>
                  <a:gd name="T28" fmla="*/ 12 w 45"/>
                  <a:gd name="T29" fmla="*/ 36 h 46"/>
                  <a:gd name="T30" fmla="*/ 14 w 45"/>
                  <a:gd name="T31" fmla="*/ 34 h 46"/>
                  <a:gd name="T32" fmla="*/ 17 w 45"/>
                  <a:gd name="T33" fmla="*/ 42 h 46"/>
                  <a:gd name="T34" fmla="*/ 17 w 45"/>
                  <a:gd name="T35" fmla="*/ 46 h 46"/>
                  <a:gd name="T36" fmla="*/ 21 w 45"/>
                  <a:gd name="T37" fmla="*/ 28 h 46"/>
                  <a:gd name="T38" fmla="*/ 23 w 45"/>
                  <a:gd name="T39" fmla="*/ 38 h 46"/>
                  <a:gd name="T40" fmla="*/ 26 w 45"/>
                  <a:gd name="T41" fmla="*/ 40 h 46"/>
                  <a:gd name="T42" fmla="*/ 23 w 45"/>
                  <a:gd name="T43" fmla="*/ 28 h 46"/>
                  <a:gd name="T44" fmla="*/ 32 w 45"/>
                  <a:gd name="T45" fmla="*/ 43 h 46"/>
                  <a:gd name="T46" fmla="*/ 34 w 45"/>
                  <a:gd name="T47" fmla="*/ 41 h 46"/>
                  <a:gd name="T48" fmla="*/ 24 w 45"/>
                  <a:gd name="T49" fmla="*/ 27 h 46"/>
                  <a:gd name="T50" fmla="*/ 35 w 45"/>
                  <a:gd name="T51" fmla="*/ 35 h 46"/>
                  <a:gd name="T52" fmla="*/ 35 w 45"/>
                  <a:gd name="T53" fmla="*/ 32 h 46"/>
                  <a:gd name="T54" fmla="*/ 25 w 45"/>
                  <a:gd name="T55" fmla="*/ 26 h 46"/>
                  <a:gd name="T56" fmla="*/ 43 w 45"/>
                  <a:gd name="T57" fmla="*/ 32 h 46"/>
                  <a:gd name="T58" fmla="*/ 41 w 45"/>
                  <a:gd name="T59" fmla="*/ 29 h 46"/>
                  <a:gd name="T60" fmla="*/ 36 w 45"/>
                  <a:gd name="T61" fmla="*/ 23 h 46"/>
                  <a:gd name="T62" fmla="*/ 39 w 45"/>
                  <a:gd name="T63" fmla="*/ 23 h 46"/>
                  <a:gd name="T64" fmla="*/ 36 w 45"/>
                  <a:gd name="T65" fmla="*/ 22 h 46"/>
                  <a:gd name="T66" fmla="*/ 26 w 45"/>
                  <a:gd name="T67" fmla="*/ 23 h 46"/>
                  <a:gd name="T68" fmla="*/ 42 w 45"/>
                  <a:gd name="T69" fmla="*/ 13 h 46"/>
                  <a:gd name="T70" fmla="*/ 38 w 45"/>
                  <a:gd name="T71" fmla="*/ 14 h 46"/>
                  <a:gd name="T72" fmla="*/ 33 w 45"/>
                  <a:gd name="T73" fmla="*/ 16 h 46"/>
                  <a:gd name="T74" fmla="*/ 34 w 45"/>
                  <a:gd name="T75" fmla="*/ 13 h 46"/>
                  <a:gd name="T76" fmla="*/ 32 w 45"/>
                  <a:gd name="T77" fmla="*/ 15 h 46"/>
                  <a:gd name="T78" fmla="*/ 24 w 45"/>
                  <a:gd name="T79" fmla="*/ 22 h 46"/>
                  <a:gd name="T80" fmla="*/ 30 w 45"/>
                  <a:gd name="T81" fmla="*/ 6 h 46"/>
                  <a:gd name="T82" fmla="*/ 30 w 45"/>
                  <a:gd name="T83" fmla="*/ 1 h 46"/>
                  <a:gd name="T84" fmla="*/ 23 w 45"/>
                  <a:gd name="T85" fmla="*/ 22 h 46"/>
                  <a:gd name="T86" fmla="*/ 23 w 45"/>
                  <a:gd name="T87" fmla="*/ 11 h 46"/>
                  <a:gd name="T88" fmla="*/ 22 w 45"/>
                  <a:gd name="T89" fmla="*/ 8 h 46"/>
                  <a:gd name="T90" fmla="*/ 22 w 45"/>
                  <a:gd name="T91" fmla="*/ 11 h 46"/>
                  <a:gd name="T92" fmla="*/ 14 w 45"/>
                  <a:gd name="T93" fmla="*/ 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5" h="46">
                    <a:moveTo>
                      <a:pt x="12" y="0"/>
                    </a:moveTo>
                    <a:cubicBezTo>
                      <a:pt x="11" y="0"/>
                      <a:pt x="10" y="1"/>
                      <a:pt x="10" y="2"/>
                    </a:cubicBezTo>
                    <a:cubicBezTo>
                      <a:pt x="10" y="4"/>
                      <a:pt x="11" y="5"/>
                      <a:pt x="12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4" y="10"/>
                      <a:pt x="16" y="15"/>
                      <a:pt x="19" y="21"/>
                    </a:cubicBezTo>
                    <a:cubicBezTo>
                      <a:pt x="17" y="19"/>
                      <a:pt x="15" y="17"/>
                      <a:pt x="14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5" y="13"/>
                      <a:pt x="14" y="12"/>
                      <a:pt x="13" y="12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2" y="12"/>
                      <a:pt x="11" y="12"/>
                      <a:pt x="11" y="13"/>
                    </a:cubicBezTo>
                    <a:cubicBezTo>
                      <a:pt x="11" y="14"/>
                      <a:pt x="11" y="15"/>
                      <a:pt x="12" y="15"/>
                    </a:cubicBezTo>
                    <a:cubicBezTo>
                      <a:pt x="12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5" y="18"/>
                      <a:pt x="17" y="20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14" y="21"/>
                      <a:pt x="9" y="18"/>
                      <a:pt x="5" y="15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3"/>
                      <a:pt x="4" y="12"/>
                      <a:pt x="3" y="12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1" y="15"/>
                      <a:pt x="2" y="16"/>
                      <a:pt x="3" y="16"/>
                    </a:cubicBezTo>
                    <a:cubicBezTo>
                      <a:pt x="4" y="16"/>
                      <a:pt x="4" y="16"/>
                      <a:pt x="5" y="16"/>
                    </a:cubicBezTo>
                    <a:cubicBezTo>
                      <a:pt x="9" y="19"/>
                      <a:pt x="14" y="21"/>
                      <a:pt x="19" y="24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5" y="25"/>
                      <a:pt x="11" y="25"/>
                      <a:pt x="8" y="25"/>
                    </a:cubicBezTo>
                    <a:cubicBezTo>
                      <a:pt x="8" y="24"/>
                      <a:pt x="7" y="24"/>
                      <a:pt x="7" y="24"/>
                    </a:cubicBezTo>
                    <a:cubicBezTo>
                      <a:pt x="7" y="24"/>
                      <a:pt x="6" y="24"/>
                      <a:pt x="6" y="24"/>
                    </a:cubicBezTo>
                    <a:cubicBezTo>
                      <a:pt x="5" y="24"/>
                      <a:pt x="5" y="24"/>
                      <a:pt x="4" y="25"/>
                    </a:cubicBezTo>
                    <a:cubicBezTo>
                      <a:pt x="4" y="25"/>
                      <a:pt x="4" y="26"/>
                      <a:pt x="5" y="27"/>
                    </a:cubicBezTo>
                    <a:cubicBezTo>
                      <a:pt x="5" y="27"/>
                      <a:pt x="6" y="27"/>
                      <a:pt x="6" y="27"/>
                    </a:cubicBezTo>
                    <a:cubicBezTo>
                      <a:pt x="7" y="27"/>
                      <a:pt x="7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11" y="25"/>
                      <a:pt x="15" y="25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4" y="28"/>
                      <a:pt x="9" y="30"/>
                      <a:pt x="4" y="33"/>
                    </a:cubicBezTo>
                    <a:cubicBezTo>
                      <a:pt x="4" y="32"/>
                      <a:pt x="3" y="32"/>
                      <a:pt x="2" y="32"/>
                    </a:cubicBezTo>
                    <a:cubicBezTo>
                      <a:pt x="1" y="32"/>
                      <a:pt x="0" y="33"/>
                      <a:pt x="0" y="34"/>
                    </a:cubicBezTo>
                    <a:cubicBezTo>
                      <a:pt x="0" y="35"/>
                      <a:pt x="1" y="36"/>
                      <a:pt x="2" y="36"/>
                    </a:cubicBezTo>
                    <a:cubicBezTo>
                      <a:pt x="4" y="36"/>
                      <a:pt x="5" y="35"/>
                      <a:pt x="5" y="34"/>
                    </a:cubicBezTo>
                    <a:cubicBezTo>
                      <a:pt x="4" y="34"/>
                      <a:pt x="4" y="34"/>
                      <a:pt x="4" y="34"/>
                    </a:cubicBezTo>
                    <a:cubicBezTo>
                      <a:pt x="9" y="31"/>
                      <a:pt x="14" y="29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9"/>
                      <a:pt x="15" y="31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2" y="33"/>
                      <a:pt x="12" y="33"/>
                      <a:pt x="11" y="34"/>
                    </a:cubicBezTo>
                    <a:cubicBezTo>
                      <a:pt x="11" y="35"/>
                      <a:pt x="11" y="36"/>
                      <a:pt x="12" y="36"/>
                    </a:cubicBezTo>
                    <a:cubicBezTo>
                      <a:pt x="12" y="36"/>
                      <a:pt x="13" y="36"/>
                      <a:pt x="13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5" y="35"/>
                      <a:pt x="15" y="34"/>
                      <a:pt x="14" y="34"/>
                    </a:cubicBezTo>
                    <a:cubicBezTo>
                      <a:pt x="16" y="31"/>
                      <a:pt x="18" y="29"/>
                      <a:pt x="20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19" y="32"/>
                      <a:pt x="18" y="37"/>
                      <a:pt x="17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5" y="42"/>
                      <a:pt x="14" y="43"/>
                      <a:pt x="14" y="44"/>
                    </a:cubicBezTo>
                    <a:cubicBezTo>
                      <a:pt x="14" y="45"/>
                      <a:pt x="15" y="46"/>
                      <a:pt x="17" y="46"/>
                    </a:cubicBezTo>
                    <a:cubicBezTo>
                      <a:pt x="18" y="46"/>
                      <a:pt x="19" y="45"/>
                      <a:pt x="19" y="44"/>
                    </a:cubicBezTo>
                    <a:cubicBezTo>
                      <a:pt x="19" y="43"/>
                      <a:pt x="18" y="42"/>
                      <a:pt x="18" y="42"/>
                    </a:cubicBezTo>
                    <a:cubicBezTo>
                      <a:pt x="18" y="37"/>
                      <a:pt x="20" y="32"/>
                      <a:pt x="21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2" y="31"/>
                      <a:pt x="23" y="35"/>
                      <a:pt x="24" y="38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3" y="39"/>
                      <a:pt x="23" y="40"/>
                      <a:pt x="24" y="40"/>
                    </a:cubicBezTo>
                    <a:cubicBezTo>
                      <a:pt x="24" y="40"/>
                      <a:pt x="24" y="40"/>
                      <a:pt x="25" y="40"/>
                    </a:cubicBezTo>
                    <a:cubicBezTo>
                      <a:pt x="25" y="40"/>
                      <a:pt x="26" y="40"/>
                      <a:pt x="26" y="40"/>
                    </a:cubicBezTo>
                    <a:cubicBezTo>
                      <a:pt x="26" y="39"/>
                      <a:pt x="26" y="38"/>
                      <a:pt x="25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35"/>
                      <a:pt x="23" y="31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6" y="33"/>
                      <a:pt x="29" y="38"/>
                      <a:pt x="33" y="42"/>
                    </a:cubicBezTo>
                    <a:cubicBezTo>
                      <a:pt x="32" y="42"/>
                      <a:pt x="32" y="43"/>
                      <a:pt x="32" y="43"/>
                    </a:cubicBezTo>
                    <a:cubicBezTo>
                      <a:pt x="32" y="45"/>
                      <a:pt x="33" y="46"/>
                      <a:pt x="34" y="46"/>
                    </a:cubicBezTo>
                    <a:cubicBezTo>
                      <a:pt x="35" y="46"/>
                      <a:pt x="36" y="45"/>
                      <a:pt x="36" y="43"/>
                    </a:cubicBezTo>
                    <a:cubicBezTo>
                      <a:pt x="36" y="42"/>
                      <a:pt x="35" y="41"/>
                      <a:pt x="34" y="4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0" y="37"/>
                      <a:pt x="27" y="33"/>
                      <a:pt x="24" y="28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7" y="29"/>
                      <a:pt x="30" y="31"/>
                      <a:pt x="33" y="33"/>
                    </a:cubicBezTo>
                    <a:cubicBezTo>
                      <a:pt x="33" y="33"/>
                      <a:pt x="33" y="34"/>
                      <a:pt x="34" y="34"/>
                    </a:cubicBezTo>
                    <a:cubicBezTo>
                      <a:pt x="34" y="35"/>
                      <a:pt x="34" y="35"/>
                      <a:pt x="35" y="35"/>
                    </a:cubicBezTo>
                    <a:cubicBezTo>
                      <a:pt x="35" y="35"/>
                      <a:pt x="36" y="34"/>
                      <a:pt x="36" y="34"/>
                    </a:cubicBezTo>
                    <a:cubicBezTo>
                      <a:pt x="36" y="33"/>
                      <a:pt x="36" y="32"/>
                      <a:pt x="35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1" y="31"/>
                      <a:pt x="28" y="29"/>
                      <a:pt x="25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31" y="28"/>
                      <a:pt x="36" y="29"/>
                      <a:pt x="41" y="29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2" y="32"/>
                      <a:pt x="43" y="32"/>
                    </a:cubicBezTo>
                    <a:cubicBezTo>
                      <a:pt x="44" y="32"/>
                      <a:pt x="45" y="31"/>
                      <a:pt x="45" y="30"/>
                    </a:cubicBezTo>
                    <a:cubicBezTo>
                      <a:pt x="45" y="28"/>
                      <a:pt x="44" y="28"/>
                      <a:pt x="43" y="28"/>
                    </a:cubicBezTo>
                    <a:cubicBezTo>
                      <a:pt x="42" y="28"/>
                      <a:pt x="41" y="28"/>
                      <a:pt x="41" y="29"/>
                    </a:cubicBezTo>
                    <a:cubicBezTo>
                      <a:pt x="36" y="29"/>
                      <a:pt x="31" y="27"/>
                      <a:pt x="26" y="26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9" y="25"/>
                      <a:pt x="33" y="24"/>
                      <a:pt x="36" y="23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4"/>
                      <a:pt x="37" y="24"/>
                      <a:pt x="38" y="24"/>
                    </a:cubicBezTo>
                    <a:cubicBezTo>
                      <a:pt x="38" y="24"/>
                      <a:pt x="39" y="24"/>
                      <a:pt x="39" y="23"/>
                    </a:cubicBezTo>
                    <a:cubicBezTo>
                      <a:pt x="39" y="22"/>
                      <a:pt x="39" y="22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7" y="21"/>
                      <a:pt x="37" y="22"/>
                      <a:pt x="36" y="22"/>
                    </a:cubicBezTo>
                    <a:cubicBezTo>
                      <a:pt x="36" y="23"/>
                      <a:pt x="36" y="23"/>
                      <a:pt x="36" y="23"/>
                    </a:cubicBezTo>
                    <a:cubicBezTo>
                      <a:pt x="33" y="24"/>
                      <a:pt x="29" y="24"/>
                      <a:pt x="26" y="24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30" y="21"/>
                      <a:pt x="35" y="18"/>
                      <a:pt x="39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1" y="15"/>
                      <a:pt x="42" y="14"/>
                      <a:pt x="42" y="13"/>
                    </a:cubicBezTo>
                    <a:cubicBezTo>
                      <a:pt x="42" y="12"/>
                      <a:pt x="41" y="11"/>
                      <a:pt x="40" y="11"/>
                    </a:cubicBezTo>
                    <a:cubicBezTo>
                      <a:pt x="39" y="11"/>
                      <a:pt x="38" y="12"/>
                      <a:pt x="38" y="13"/>
                    </a:cubicBezTo>
                    <a:cubicBezTo>
                      <a:pt x="38" y="13"/>
                      <a:pt x="38" y="13"/>
                      <a:pt x="38" y="14"/>
                    </a:cubicBezTo>
                    <a:cubicBezTo>
                      <a:pt x="34" y="17"/>
                      <a:pt x="30" y="20"/>
                      <a:pt x="25" y="22"/>
                    </a:cubicBezTo>
                    <a:cubicBezTo>
                      <a:pt x="28" y="20"/>
                      <a:pt x="30" y="18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4" y="16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5" y="15"/>
                      <a:pt x="35" y="14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3"/>
                      <a:pt x="33" y="13"/>
                      <a:pt x="32" y="14"/>
                    </a:cubicBezTo>
                    <a:cubicBezTo>
                      <a:pt x="32" y="14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0" y="18"/>
                      <a:pt x="27" y="20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6" y="16"/>
                      <a:pt x="28" y="11"/>
                      <a:pt x="30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2" y="5"/>
                      <a:pt x="32" y="4"/>
                    </a:cubicBezTo>
                    <a:cubicBezTo>
                      <a:pt x="32" y="3"/>
                      <a:pt x="31" y="2"/>
                      <a:pt x="30" y="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29" y="1"/>
                      <a:pt x="28" y="2"/>
                      <a:pt x="28" y="3"/>
                    </a:cubicBezTo>
                    <a:cubicBezTo>
                      <a:pt x="28" y="4"/>
                      <a:pt x="28" y="5"/>
                      <a:pt x="29" y="5"/>
                    </a:cubicBezTo>
                    <a:cubicBezTo>
                      <a:pt x="27" y="11"/>
                      <a:pt x="25" y="16"/>
                      <a:pt x="23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18"/>
                      <a:pt x="22" y="14"/>
                      <a:pt x="23" y="11"/>
                    </a:cubicBezTo>
                    <a:cubicBezTo>
                      <a:pt x="23" y="11"/>
                      <a:pt x="24" y="10"/>
                      <a:pt x="24" y="10"/>
                    </a:cubicBezTo>
                    <a:cubicBezTo>
                      <a:pt x="24" y="9"/>
                      <a:pt x="24" y="8"/>
                      <a:pt x="23" y="8"/>
                    </a:cubicBezTo>
                    <a:cubicBezTo>
                      <a:pt x="23" y="8"/>
                      <a:pt x="23" y="8"/>
                      <a:pt x="22" y="8"/>
                    </a:cubicBezTo>
                    <a:cubicBezTo>
                      <a:pt x="22" y="8"/>
                      <a:pt x="21" y="8"/>
                      <a:pt x="21" y="9"/>
                    </a:cubicBezTo>
                    <a:cubicBezTo>
                      <a:pt x="20" y="9"/>
                      <a:pt x="21" y="10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4"/>
                      <a:pt x="21" y="18"/>
                      <a:pt x="21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8" y="16"/>
                      <a:pt x="15" y="10"/>
                      <a:pt x="14" y="4"/>
                    </a:cubicBezTo>
                    <a:cubicBezTo>
                      <a:pt x="14" y="4"/>
                      <a:pt x="15" y="3"/>
                      <a:pt x="15" y="2"/>
                    </a:cubicBezTo>
                    <a:cubicBezTo>
                      <a:pt x="15" y="1"/>
                      <a:pt x="14" y="0"/>
                      <a:pt x="12" y="0"/>
                    </a:cubicBezTo>
                  </a:path>
                </a:pathLst>
              </a:custGeom>
              <a:solidFill>
                <a:srgbClr val="FFFFFF">
                  <a:alpha val="67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B57B9DD2-E787-8A41-B0EC-6115EDF0E4A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00050" y="5010150"/>
                <a:ext cx="192088" cy="196850"/>
              </a:xfrm>
              <a:custGeom>
                <a:avLst/>
                <a:gdLst>
                  <a:gd name="T0" fmla="*/ 55 w 60"/>
                  <a:gd name="T1" fmla="*/ 39 h 62"/>
                  <a:gd name="T2" fmla="*/ 34 w 60"/>
                  <a:gd name="T3" fmla="*/ 33 h 62"/>
                  <a:gd name="T4" fmla="*/ 49 w 60"/>
                  <a:gd name="T5" fmla="*/ 32 h 62"/>
                  <a:gd name="T6" fmla="*/ 51 w 60"/>
                  <a:gd name="T7" fmla="*/ 29 h 62"/>
                  <a:gd name="T8" fmla="*/ 48 w 60"/>
                  <a:gd name="T9" fmla="*/ 31 h 62"/>
                  <a:gd name="T10" fmla="*/ 34 w 60"/>
                  <a:gd name="T11" fmla="*/ 31 h 62"/>
                  <a:gd name="T12" fmla="*/ 53 w 60"/>
                  <a:gd name="T13" fmla="*/ 20 h 62"/>
                  <a:gd name="T14" fmla="*/ 53 w 60"/>
                  <a:gd name="T15" fmla="*/ 14 h 62"/>
                  <a:gd name="T16" fmla="*/ 51 w 60"/>
                  <a:gd name="T17" fmla="*/ 18 h 62"/>
                  <a:gd name="T18" fmla="*/ 44 w 60"/>
                  <a:gd name="T19" fmla="*/ 21 h 62"/>
                  <a:gd name="T20" fmla="*/ 46 w 60"/>
                  <a:gd name="T21" fmla="*/ 20 h 62"/>
                  <a:gd name="T22" fmla="*/ 43 w 60"/>
                  <a:gd name="T23" fmla="*/ 19 h 62"/>
                  <a:gd name="T24" fmla="*/ 43 w 60"/>
                  <a:gd name="T25" fmla="*/ 20 h 62"/>
                  <a:gd name="T26" fmla="*/ 31 w 60"/>
                  <a:gd name="T27" fmla="*/ 29 h 62"/>
                  <a:gd name="T28" fmla="*/ 39 w 60"/>
                  <a:gd name="T29" fmla="*/ 8 h 62"/>
                  <a:gd name="T30" fmla="*/ 40 w 60"/>
                  <a:gd name="T31" fmla="*/ 2 h 62"/>
                  <a:gd name="T32" fmla="*/ 38 w 60"/>
                  <a:gd name="T33" fmla="*/ 7 h 62"/>
                  <a:gd name="T34" fmla="*/ 30 w 60"/>
                  <a:gd name="T35" fmla="*/ 29 h 62"/>
                  <a:gd name="T36" fmla="*/ 30 w 60"/>
                  <a:gd name="T37" fmla="*/ 14 h 62"/>
                  <a:gd name="T38" fmla="*/ 31 w 60"/>
                  <a:gd name="T39" fmla="*/ 11 h 62"/>
                  <a:gd name="T40" fmla="*/ 29 w 60"/>
                  <a:gd name="T41" fmla="*/ 14 h 62"/>
                  <a:gd name="T42" fmla="*/ 28 w 60"/>
                  <a:gd name="T43" fmla="*/ 29 h 62"/>
                  <a:gd name="T44" fmla="*/ 18 w 60"/>
                  <a:gd name="T45" fmla="*/ 6 h 62"/>
                  <a:gd name="T46" fmla="*/ 16 w 60"/>
                  <a:gd name="T47" fmla="*/ 0 h 62"/>
                  <a:gd name="T48" fmla="*/ 16 w 60"/>
                  <a:gd name="T49" fmla="*/ 6 h 62"/>
                  <a:gd name="T50" fmla="*/ 25 w 60"/>
                  <a:gd name="T51" fmla="*/ 28 h 62"/>
                  <a:gd name="T52" fmla="*/ 19 w 60"/>
                  <a:gd name="T53" fmla="*/ 19 h 62"/>
                  <a:gd name="T54" fmla="*/ 15 w 60"/>
                  <a:gd name="T55" fmla="*/ 17 h 62"/>
                  <a:gd name="T56" fmla="*/ 17 w 60"/>
                  <a:gd name="T57" fmla="*/ 20 h 62"/>
                  <a:gd name="T58" fmla="*/ 26 w 60"/>
                  <a:gd name="T59" fmla="*/ 31 h 62"/>
                  <a:gd name="T60" fmla="*/ 7 w 60"/>
                  <a:gd name="T61" fmla="*/ 19 h 62"/>
                  <a:gd name="T62" fmla="*/ 1 w 60"/>
                  <a:gd name="T63" fmla="*/ 19 h 62"/>
                  <a:gd name="T64" fmla="*/ 6 w 60"/>
                  <a:gd name="T65" fmla="*/ 21 h 62"/>
                  <a:gd name="T66" fmla="*/ 25 w 60"/>
                  <a:gd name="T67" fmla="*/ 33 h 62"/>
                  <a:gd name="T68" fmla="*/ 9 w 60"/>
                  <a:gd name="T69" fmla="*/ 32 h 62"/>
                  <a:gd name="T70" fmla="*/ 7 w 60"/>
                  <a:gd name="T71" fmla="*/ 36 h 62"/>
                  <a:gd name="T72" fmla="*/ 10 w 60"/>
                  <a:gd name="T73" fmla="*/ 34 h 62"/>
                  <a:gd name="T74" fmla="*/ 25 w 60"/>
                  <a:gd name="T75" fmla="*/ 34 h 62"/>
                  <a:gd name="T76" fmla="*/ 3 w 60"/>
                  <a:gd name="T77" fmla="*/ 43 h 62"/>
                  <a:gd name="T78" fmla="*/ 3 w 60"/>
                  <a:gd name="T79" fmla="*/ 48 h 62"/>
                  <a:gd name="T80" fmla="*/ 6 w 60"/>
                  <a:gd name="T81" fmla="*/ 45 h 62"/>
                  <a:gd name="T82" fmla="*/ 26 w 60"/>
                  <a:gd name="T83" fmla="*/ 35 h 62"/>
                  <a:gd name="T84" fmla="*/ 15 w 60"/>
                  <a:gd name="T85" fmla="*/ 46 h 62"/>
                  <a:gd name="T86" fmla="*/ 19 w 60"/>
                  <a:gd name="T87" fmla="*/ 47 h 62"/>
                  <a:gd name="T88" fmla="*/ 27 w 60"/>
                  <a:gd name="T89" fmla="*/ 36 h 62"/>
                  <a:gd name="T90" fmla="*/ 22 w 60"/>
                  <a:gd name="T91" fmla="*/ 56 h 62"/>
                  <a:gd name="T92" fmla="*/ 19 w 60"/>
                  <a:gd name="T93" fmla="*/ 59 h 62"/>
                  <a:gd name="T94" fmla="*/ 25 w 60"/>
                  <a:gd name="T95" fmla="*/ 59 h 62"/>
                  <a:gd name="T96" fmla="*/ 28 w 60"/>
                  <a:gd name="T97" fmla="*/ 37 h 62"/>
                  <a:gd name="T98" fmla="*/ 32 w 60"/>
                  <a:gd name="T99" fmla="*/ 50 h 62"/>
                  <a:gd name="T100" fmla="*/ 32 w 60"/>
                  <a:gd name="T101" fmla="*/ 54 h 62"/>
                  <a:gd name="T102" fmla="*/ 34 w 60"/>
                  <a:gd name="T103" fmla="*/ 50 h 62"/>
                  <a:gd name="T104" fmla="*/ 30 w 60"/>
                  <a:gd name="T105" fmla="*/ 37 h 62"/>
                  <a:gd name="T106" fmla="*/ 43 w 60"/>
                  <a:gd name="T107" fmla="*/ 56 h 62"/>
                  <a:gd name="T108" fmla="*/ 45 w 60"/>
                  <a:gd name="T109" fmla="*/ 61 h 62"/>
                  <a:gd name="T110" fmla="*/ 45 w 60"/>
                  <a:gd name="T111" fmla="*/ 55 h 62"/>
                  <a:gd name="T112" fmla="*/ 31 w 60"/>
                  <a:gd name="T113" fmla="*/ 37 h 62"/>
                  <a:gd name="T114" fmla="*/ 44 w 60"/>
                  <a:gd name="T115" fmla="*/ 44 h 62"/>
                  <a:gd name="T116" fmla="*/ 48 w 60"/>
                  <a:gd name="T117" fmla="*/ 45 h 62"/>
                  <a:gd name="T118" fmla="*/ 45 w 60"/>
                  <a:gd name="T119" fmla="*/ 43 h 62"/>
                  <a:gd name="T120" fmla="*/ 34 w 60"/>
                  <a:gd name="T121" fmla="*/ 35 h 62"/>
                  <a:gd name="T122" fmla="*/ 55 w 60"/>
                  <a:gd name="T123" fmla="*/ 40 h 62"/>
                  <a:gd name="T124" fmla="*/ 60 w 60"/>
                  <a:gd name="T125" fmla="*/ 4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0" h="62">
                    <a:moveTo>
                      <a:pt x="57" y="37"/>
                    </a:moveTo>
                    <a:cubicBezTo>
                      <a:pt x="56" y="37"/>
                      <a:pt x="55" y="38"/>
                      <a:pt x="55" y="39"/>
                    </a:cubicBezTo>
                    <a:cubicBezTo>
                      <a:pt x="48" y="38"/>
                      <a:pt x="41" y="37"/>
                      <a:pt x="34" y="34"/>
                    </a:cubicBezTo>
                    <a:cubicBezTo>
                      <a:pt x="34" y="33"/>
                      <a:pt x="34" y="33"/>
                      <a:pt x="34" y="33"/>
                    </a:cubicBezTo>
                    <a:cubicBezTo>
                      <a:pt x="39" y="33"/>
                      <a:pt x="44" y="32"/>
                      <a:pt x="48" y="31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0" y="32"/>
                      <a:pt x="51" y="32"/>
                      <a:pt x="52" y="31"/>
                    </a:cubicBezTo>
                    <a:cubicBezTo>
                      <a:pt x="52" y="30"/>
                      <a:pt x="52" y="29"/>
                      <a:pt x="51" y="29"/>
                    </a:cubicBezTo>
                    <a:cubicBezTo>
                      <a:pt x="50" y="28"/>
                      <a:pt x="49" y="29"/>
                      <a:pt x="48" y="30"/>
                    </a:cubicBezTo>
                    <a:cubicBezTo>
                      <a:pt x="48" y="30"/>
                      <a:pt x="48" y="30"/>
                      <a:pt x="48" y="31"/>
                    </a:cubicBezTo>
                    <a:cubicBezTo>
                      <a:pt x="44" y="32"/>
                      <a:pt x="39" y="32"/>
                      <a:pt x="34" y="33"/>
                    </a:cubicBezTo>
                    <a:cubicBezTo>
                      <a:pt x="34" y="32"/>
                      <a:pt x="34" y="32"/>
                      <a:pt x="34" y="31"/>
                    </a:cubicBezTo>
                    <a:cubicBezTo>
                      <a:pt x="41" y="28"/>
                      <a:pt x="47" y="24"/>
                      <a:pt x="52" y="20"/>
                    </a:cubicBezTo>
                    <a:cubicBezTo>
                      <a:pt x="52" y="20"/>
                      <a:pt x="53" y="20"/>
                      <a:pt x="53" y="20"/>
                    </a:cubicBezTo>
                    <a:cubicBezTo>
                      <a:pt x="55" y="20"/>
                      <a:pt x="56" y="19"/>
                      <a:pt x="56" y="17"/>
                    </a:cubicBezTo>
                    <a:cubicBezTo>
                      <a:pt x="56" y="15"/>
                      <a:pt x="55" y="14"/>
                      <a:pt x="53" y="14"/>
                    </a:cubicBezTo>
                    <a:cubicBezTo>
                      <a:pt x="52" y="14"/>
                      <a:pt x="50" y="15"/>
                      <a:pt x="50" y="17"/>
                    </a:cubicBezTo>
                    <a:cubicBezTo>
                      <a:pt x="50" y="18"/>
                      <a:pt x="51" y="18"/>
                      <a:pt x="51" y="18"/>
                    </a:cubicBezTo>
                    <a:cubicBezTo>
                      <a:pt x="46" y="23"/>
                      <a:pt x="40" y="27"/>
                      <a:pt x="34" y="30"/>
                    </a:cubicBezTo>
                    <a:cubicBezTo>
                      <a:pt x="37" y="27"/>
                      <a:pt x="41" y="24"/>
                      <a:pt x="44" y="21"/>
                    </a:cubicBezTo>
                    <a:cubicBezTo>
                      <a:pt x="44" y="21"/>
                      <a:pt x="44" y="21"/>
                      <a:pt x="44" y="21"/>
                    </a:cubicBezTo>
                    <a:cubicBezTo>
                      <a:pt x="45" y="22"/>
                      <a:pt x="46" y="21"/>
                      <a:pt x="46" y="20"/>
                    </a:cubicBezTo>
                    <a:cubicBezTo>
                      <a:pt x="47" y="20"/>
                      <a:pt x="47" y="18"/>
                      <a:pt x="46" y="18"/>
                    </a:cubicBezTo>
                    <a:cubicBezTo>
                      <a:pt x="45" y="17"/>
                      <a:pt x="43" y="18"/>
                      <a:pt x="43" y="19"/>
                    </a:cubicBezTo>
                    <a:cubicBezTo>
                      <a:pt x="43" y="19"/>
                      <a:pt x="43" y="20"/>
                      <a:pt x="43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0" y="24"/>
                      <a:pt x="36" y="27"/>
                      <a:pt x="33" y="30"/>
                    </a:cubicBezTo>
                    <a:cubicBezTo>
                      <a:pt x="32" y="29"/>
                      <a:pt x="32" y="29"/>
                      <a:pt x="31" y="29"/>
                    </a:cubicBezTo>
                    <a:cubicBezTo>
                      <a:pt x="34" y="22"/>
                      <a:pt x="37" y="15"/>
                      <a:pt x="39" y="8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41" y="8"/>
                      <a:pt x="42" y="7"/>
                      <a:pt x="43" y="5"/>
                    </a:cubicBezTo>
                    <a:cubicBezTo>
                      <a:pt x="43" y="4"/>
                      <a:pt x="42" y="2"/>
                      <a:pt x="40" y="2"/>
                    </a:cubicBezTo>
                    <a:cubicBezTo>
                      <a:pt x="38" y="2"/>
                      <a:pt x="37" y="3"/>
                      <a:pt x="37" y="5"/>
                    </a:cubicBezTo>
                    <a:cubicBezTo>
                      <a:pt x="37" y="6"/>
                      <a:pt x="37" y="7"/>
                      <a:pt x="38" y="7"/>
                    </a:cubicBezTo>
                    <a:cubicBezTo>
                      <a:pt x="36" y="15"/>
                      <a:pt x="33" y="22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24"/>
                      <a:pt x="29" y="19"/>
                      <a:pt x="30" y="14"/>
                    </a:cubicBezTo>
                    <a:cubicBezTo>
                      <a:pt x="31" y="14"/>
                      <a:pt x="31" y="14"/>
                      <a:pt x="32" y="13"/>
                    </a:cubicBezTo>
                    <a:cubicBezTo>
                      <a:pt x="32" y="12"/>
                      <a:pt x="32" y="11"/>
                      <a:pt x="31" y="11"/>
                    </a:cubicBezTo>
                    <a:cubicBezTo>
                      <a:pt x="29" y="10"/>
                      <a:pt x="28" y="11"/>
                      <a:pt x="28" y="12"/>
                    </a:cubicBezTo>
                    <a:cubicBezTo>
                      <a:pt x="27" y="12"/>
                      <a:pt x="28" y="14"/>
                      <a:pt x="29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8" y="19"/>
                      <a:pt x="28" y="24"/>
                      <a:pt x="28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2"/>
                      <a:pt x="20" y="13"/>
                      <a:pt x="18" y="6"/>
                    </a:cubicBezTo>
                    <a:cubicBezTo>
                      <a:pt x="19" y="5"/>
                      <a:pt x="19" y="4"/>
                      <a:pt x="19" y="3"/>
                    </a:cubicBezTo>
                    <a:cubicBezTo>
                      <a:pt x="19" y="2"/>
                      <a:pt x="18" y="0"/>
                      <a:pt x="16" y="0"/>
                    </a:cubicBezTo>
                    <a:cubicBezTo>
                      <a:pt x="15" y="0"/>
                      <a:pt x="13" y="2"/>
                      <a:pt x="13" y="3"/>
                    </a:cubicBezTo>
                    <a:cubicBezTo>
                      <a:pt x="13" y="5"/>
                      <a:pt x="15" y="6"/>
                      <a:pt x="16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9" y="13"/>
                      <a:pt x="22" y="21"/>
                      <a:pt x="25" y="28"/>
                    </a:cubicBezTo>
                    <a:cubicBezTo>
                      <a:pt x="23" y="25"/>
                      <a:pt x="20" y="22"/>
                      <a:pt x="18" y="19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19" y="18"/>
                      <a:pt x="19" y="17"/>
                      <a:pt x="18" y="16"/>
                    </a:cubicBezTo>
                    <a:cubicBezTo>
                      <a:pt x="16" y="16"/>
                      <a:pt x="15" y="16"/>
                      <a:pt x="15" y="17"/>
                    </a:cubicBezTo>
                    <a:cubicBezTo>
                      <a:pt x="14" y="18"/>
                      <a:pt x="15" y="19"/>
                      <a:pt x="16" y="20"/>
                    </a:cubicBezTo>
                    <a:cubicBezTo>
                      <a:pt x="16" y="20"/>
                      <a:pt x="17" y="20"/>
                      <a:pt x="17" y="20"/>
                    </a:cubicBezTo>
                    <a:cubicBezTo>
                      <a:pt x="20" y="24"/>
                      <a:pt x="23" y="27"/>
                      <a:pt x="26" y="31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19" y="28"/>
                      <a:pt x="12" y="24"/>
                      <a:pt x="7" y="20"/>
                    </a:cubicBezTo>
                    <a:cubicBezTo>
                      <a:pt x="7" y="20"/>
                      <a:pt x="7" y="19"/>
                      <a:pt x="7" y="19"/>
                    </a:cubicBezTo>
                    <a:cubicBezTo>
                      <a:pt x="7" y="17"/>
                      <a:pt x="5" y="16"/>
                      <a:pt x="4" y="16"/>
                    </a:cubicBezTo>
                    <a:cubicBezTo>
                      <a:pt x="2" y="16"/>
                      <a:pt x="1" y="17"/>
                      <a:pt x="1" y="19"/>
                    </a:cubicBezTo>
                    <a:cubicBezTo>
                      <a:pt x="1" y="21"/>
                      <a:pt x="2" y="22"/>
                      <a:pt x="4" y="22"/>
                    </a:cubicBezTo>
                    <a:cubicBezTo>
                      <a:pt x="5" y="22"/>
                      <a:pt x="5" y="22"/>
                      <a:pt x="6" y="21"/>
                    </a:cubicBezTo>
                    <a:cubicBezTo>
                      <a:pt x="12" y="25"/>
                      <a:pt x="18" y="28"/>
                      <a:pt x="25" y="32"/>
                    </a:cubicBezTo>
                    <a:cubicBezTo>
                      <a:pt x="25" y="32"/>
                      <a:pt x="25" y="32"/>
                      <a:pt x="25" y="33"/>
                    </a:cubicBezTo>
                    <a:cubicBezTo>
                      <a:pt x="20" y="33"/>
                      <a:pt x="15" y="33"/>
                      <a:pt x="10" y="33"/>
                    </a:cubicBezTo>
                    <a:cubicBezTo>
                      <a:pt x="10" y="33"/>
                      <a:pt x="9" y="32"/>
                      <a:pt x="9" y="32"/>
                    </a:cubicBezTo>
                    <a:cubicBezTo>
                      <a:pt x="8" y="31"/>
                      <a:pt x="6" y="32"/>
                      <a:pt x="6" y="33"/>
                    </a:cubicBezTo>
                    <a:cubicBezTo>
                      <a:pt x="5" y="34"/>
                      <a:pt x="6" y="35"/>
                      <a:pt x="7" y="36"/>
                    </a:cubicBezTo>
                    <a:cubicBezTo>
                      <a:pt x="8" y="36"/>
                      <a:pt x="9" y="36"/>
                      <a:pt x="10" y="35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5" y="34"/>
                      <a:pt x="20" y="34"/>
                      <a:pt x="25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9" y="37"/>
                      <a:pt x="12" y="40"/>
                      <a:pt x="5" y="44"/>
                    </a:cubicBezTo>
                    <a:cubicBezTo>
                      <a:pt x="5" y="43"/>
                      <a:pt x="4" y="43"/>
                      <a:pt x="3" y="43"/>
                    </a:cubicBezTo>
                    <a:cubicBezTo>
                      <a:pt x="1" y="43"/>
                      <a:pt x="0" y="44"/>
                      <a:pt x="0" y="46"/>
                    </a:cubicBezTo>
                    <a:cubicBezTo>
                      <a:pt x="0" y="47"/>
                      <a:pt x="1" y="48"/>
                      <a:pt x="3" y="48"/>
                    </a:cubicBezTo>
                    <a:cubicBezTo>
                      <a:pt x="4" y="48"/>
                      <a:pt x="6" y="47"/>
                      <a:pt x="6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12" y="42"/>
                      <a:pt x="19" y="39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3" y="38"/>
                      <a:pt x="20" y="41"/>
                      <a:pt x="18" y="45"/>
                    </a:cubicBezTo>
                    <a:cubicBezTo>
                      <a:pt x="17" y="44"/>
                      <a:pt x="15" y="45"/>
                      <a:pt x="15" y="46"/>
                    </a:cubicBezTo>
                    <a:cubicBezTo>
                      <a:pt x="14" y="47"/>
                      <a:pt x="15" y="48"/>
                      <a:pt x="16" y="48"/>
                    </a:cubicBezTo>
                    <a:cubicBezTo>
                      <a:pt x="17" y="49"/>
                      <a:pt x="19" y="48"/>
                      <a:pt x="19" y="47"/>
                    </a:cubicBezTo>
                    <a:cubicBezTo>
                      <a:pt x="19" y="46"/>
                      <a:pt x="19" y="46"/>
                      <a:pt x="19" y="45"/>
                    </a:cubicBezTo>
                    <a:cubicBezTo>
                      <a:pt x="21" y="42"/>
                      <a:pt x="24" y="39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5" y="43"/>
                      <a:pt x="23" y="49"/>
                      <a:pt x="22" y="56"/>
                    </a:cubicBezTo>
                    <a:cubicBezTo>
                      <a:pt x="22" y="56"/>
                      <a:pt x="22" y="56"/>
                      <a:pt x="22" y="56"/>
                    </a:cubicBezTo>
                    <a:cubicBezTo>
                      <a:pt x="20" y="56"/>
                      <a:pt x="19" y="57"/>
                      <a:pt x="19" y="59"/>
                    </a:cubicBezTo>
                    <a:cubicBezTo>
                      <a:pt x="19" y="61"/>
                      <a:pt x="20" y="62"/>
                      <a:pt x="22" y="62"/>
                    </a:cubicBezTo>
                    <a:cubicBezTo>
                      <a:pt x="24" y="62"/>
                      <a:pt x="25" y="61"/>
                      <a:pt x="25" y="59"/>
                    </a:cubicBezTo>
                    <a:cubicBezTo>
                      <a:pt x="25" y="58"/>
                      <a:pt x="24" y="57"/>
                      <a:pt x="23" y="56"/>
                    </a:cubicBezTo>
                    <a:cubicBezTo>
                      <a:pt x="24" y="50"/>
                      <a:pt x="26" y="43"/>
                      <a:pt x="28" y="37"/>
                    </a:cubicBezTo>
                    <a:cubicBezTo>
                      <a:pt x="29" y="37"/>
                      <a:pt x="29" y="37"/>
                      <a:pt x="29" y="37"/>
                    </a:cubicBezTo>
                    <a:cubicBezTo>
                      <a:pt x="29" y="42"/>
                      <a:pt x="30" y="46"/>
                      <a:pt x="32" y="50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0" y="52"/>
                      <a:pt x="31" y="53"/>
                      <a:pt x="32" y="54"/>
                    </a:cubicBezTo>
                    <a:cubicBezTo>
                      <a:pt x="33" y="54"/>
                      <a:pt x="34" y="54"/>
                      <a:pt x="35" y="53"/>
                    </a:cubicBezTo>
                    <a:cubicBezTo>
                      <a:pt x="35" y="52"/>
                      <a:pt x="35" y="51"/>
                      <a:pt x="34" y="50"/>
                    </a:cubicBezTo>
                    <a:cubicBezTo>
                      <a:pt x="33" y="50"/>
                      <a:pt x="33" y="50"/>
                      <a:pt x="33" y="50"/>
                    </a:cubicBezTo>
                    <a:cubicBezTo>
                      <a:pt x="32" y="46"/>
                      <a:pt x="31" y="42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4" y="44"/>
                      <a:pt x="39" y="50"/>
                      <a:pt x="43" y="56"/>
                    </a:cubicBezTo>
                    <a:cubicBezTo>
                      <a:pt x="43" y="57"/>
                      <a:pt x="42" y="57"/>
                      <a:pt x="42" y="58"/>
                    </a:cubicBezTo>
                    <a:cubicBezTo>
                      <a:pt x="42" y="60"/>
                      <a:pt x="44" y="61"/>
                      <a:pt x="45" y="61"/>
                    </a:cubicBezTo>
                    <a:cubicBezTo>
                      <a:pt x="47" y="61"/>
                      <a:pt x="48" y="60"/>
                      <a:pt x="48" y="58"/>
                    </a:cubicBezTo>
                    <a:cubicBezTo>
                      <a:pt x="48" y="56"/>
                      <a:pt x="47" y="55"/>
                      <a:pt x="45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40" y="50"/>
                      <a:pt x="35" y="44"/>
                      <a:pt x="31" y="37"/>
                    </a:cubicBezTo>
                    <a:cubicBezTo>
                      <a:pt x="32" y="37"/>
                      <a:pt x="32" y="37"/>
                      <a:pt x="32" y="36"/>
                    </a:cubicBezTo>
                    <a:cubicBezTo>
                      <a:pt x="36" y="39"/>
                      <a:pt x="40" y="42"/>
                      <a:pt x="44" y="44"/>
                    </a:cubicBezTo>
                    <a:cubicBezTo>
                      <a:pt x="44" y="45"/>
                      <a:pt x="44" y="46"/>
                      <a:pt x="45" y="46"/>
                    </a:cubicBezTo>
                    <a:cubicBezTo>
                      <a:pt x="46" y="47"/>
                      <a:pt x="47" y="46"/>
                      <a:pt x="48" y="45"/>
                    </a:cubicBezTo>
                    <a:cubicBezTo>
                      <a:pt x="48" y="44"/>
                      <a:pt x="48" y="43"/>
                      <a:pt x="47" y="43"/>
                    </a:cubicBezTo>
                    <a:cubicBezTo>
                      <a:pt x="46" y="43"/>
                      <a:pt x="45" y="43"/>
                      <a:pt x="45" y="43"/>
                    </a:cubicBezTo>
                    <a:cubicBezTo>
                      <a:pt x="41" y="41"/>
                      <a:pt x="37" y="39"/>
                      <a:pt x="33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41" y="37"/>
                      <a:pt x="48" y="39"/>
                      <a:pt x="55" y="39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1"/>
                      <a:pt x="56" y="42"/>
                      <a:pt x="57" y="42"/>
                    </a:cubicBezTo>
                    <a:cubicBezTo>
                      <a:pt x="59" y="42"/>
                      <a:pt x="60" y="41"/>
                      <a:pt x="60" y="40"/>
                    </a:cubicBezTo>
                    <a:cubicBezTo>
                      <a:pt x="60" y="38"/>
                      <a:pt x="59" y="37"/>
                      <a:pt x="57" y="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A51E53B7-D5AD-0E4E-B0C6-03F3A21D3A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113213" y="4562475"/>
                <a:ext cx="398463" cy="414337"/>
              </a:xfrm>
              <a:custGeom>
                <a:avLst/>
                <a:gdLst>
                  <a:gd name="T0" fmla="*/ 34 w 125"/>
                  <a:gd name="T1" fmla="*/ 13 h 130"/>
                  <a:gd name="T2" fmla="*/ 38 w 125"/>
                  <a:gd name="T3" fmla="*/ 40 h 130"/>
                  <a:gd name="T4" fmla="*/ 34 w 125"/>
                  <a:gd name="T5" fmla="*/ 33 h 130"/>
                  <a:gd name="T6" fmla="*/ 34 w 125"/>
                  <a:gd name="T7" fmla="*/ 42 h 130"/>
                  <a:gd name="T8" fmla="*/ 54 w 125"/>
                  <a:gd name="T9" fmla="*/ 64 h 130"/>
                  <a:gd name="T10" fmla="*/ 7 w 125"/>
                  <a:gd name="T11" fmla="*/ 33 h 130"/>
                  <a:gd name="T12" fmla="*/ 12 w 125"/>
                  <a:gd name="T13" fmla="*/ 44 h 130"/>
                  <a:gd name="T14" fmla="*/ 20 w 125"/>
                  <a:gd name="T15" fmla="*/ 69 h 130"/>
                  <a:gd name="T16" fmla="*/ 11 w 125"/>
                  <a:gd name="T17" fmla="*/ 69 h 130"/>
                  <a:gd name="T18" fmla="*/ 20 w 125"/>
                  <a:gd name="T19" fmla="*/ 72 h 130"/>
                  <a:gd name="T20" fmla="*/ 53 w 125"/>
                  <a:gd name="T21" fmla="*/ 71 h 130"/>
                  <a:gd name="T22" fmla="*/ 0 w 125"/>
                  <a:gd name="T23" fmla="*/ 95 h 130"/>
                  <a:gd name="T24" fmla="*/ 11 w 125"/>
                  <a:gd name="T25" fmla="*/ 95 h 130"/>
                  <a:gd name="T26" fmla="*/ 37 w 125"/>
                  <a:gd name="T27" fmla="*/ 93 h 130"/>
                  <a:gd name="T28" fmla="*/ 33 w 125"/>
                  <a:gd name="T29" fmla="*/ 101 h 130"/>
                  <a:gd name="T30" fmla="*/ 39 w 125"/>
                  <a:gd name="T31" fmla="*/ 94 h 130"/>
                  <a:gd name="T32" fmla="*/ 46 w 125"/>
                  <a:gd name="T33" fmla="*/ 117 h 130"/>
                  <a:gd name="T34" fmla="*/ 46 w 125"/>
                  <a:gd name="T35" fmla="*/ 130 h 130"/>
                  <a:gd name="T36" fmla="*/ 59 w 125"/>
                  <a:gd name="T37" fmla="*/ 77 h 130"/>
                  <a:gd name="T38" fmla="*/ 64 w 125"/>
                  <a:gd name="T39" fmla="*/ 107 h 130"/>
                  <a:gd name="T40" fmla="*/ 72 w 125"/>
                  <a:gd name="T41" fmla="*/ 111 h 130"/>
                  <a:gd name="T42" fmla="*/ 63 w 125"/>
                  <a:gd name="T43" fmla="*/ 78 h 130"/>
                  <a:gd name="T44" fmla="*/ 88 w 125"/>
                  <a:gd name="T45" fmla="*/ 122 h 130"/>
                  <a:gd name="T46" fmla="*/ 94 w 125"/>
                  <a:gd name="T47" fmla="*/ 115 h 130"/>
                  <a:gd name="T48" fmla="*/ 67 w 125"/>
                  <a:gd name="T49" fmla="*/ 76 h 130"/>
                  <a:gd name="T50" fmla="*/ 96 w 125"/>
                  <a:gd name="T51" fmla="*/ 97 h 130"/>
                  <a:gd name="T52" fmla="*/ 96 w 125"/>
                  <a:gd name="T53" fmla="*/ 89 h 130"/>
                  <a:gd name="T54" fmla="*/ 70 w 125"/>
                  <a:gd name="T55" fmla="*/ 73 h 130"/>
                  <a:gd name="T56" fmla="*/ 119 w 125"/>
                  <a:gd name="T57" fmla="*/ 88 h 130"/>
                  <a:gd name="T58" fmla="*/ 114 w 125"/>
                  <a:gd name="T59" fmla="*/ 81 h 130"/>
                  <a:gd name="T60" fmla="*/ 101 w 125"/>
                  <a:gd name="T61" fmla="*/ 65 h 130"/>
                  <a:gd name="T62" fmla="*/ 108 w 125"/>
                  <a:gd name="T63" fmla="*/ 65 h 130"/>
                  <a:gd name="T64" fmla="*/ 100 w 125"/>
                  <a:gd name="T65" fmla="*/ 62 h 130"/>
                  <a:gd name="T66" fmla="*/ 71 w 125"/>
                  <a:gd name="T67" fmla="*/ 65 h 130"/>
                  <a:gd name="T68" fmla="*/ 117 w 125"/>
                  <a:gd name="T69" fmla="*/ 35 h 130"/>
                  <a:gd name="T70" fmla="*/ 106 w 125"/>
                  <a:gd name="T71" fmla="*/ 38 h 130"/>
                  <a:gd name="T72" fmla="*/ 91 w 125"/>
                  <a:gd name="T73" fmla="*/ 44 h 130"/>
                  <a:gd name="T74" fmla="*/ 95 w 125"/>
                  <a:gd name="T75" fmla="*/ 37 h 130"/>
                  <a:gd name="T76" fmla="*/ 89 w 125"/>
                  <a:gd name="T77" fmla="*/ 43 h 130"/>
                  <a:gd name="T78" fmla="*/ 65 w 125"/>
                  <a:gd name="T79" fmla="*/ 61 h 130"/>
                  <a:gd name="T80" fmla="*/ 83 w 125"/>
                  <a:gd name="T81" fmla="*/ 16 h 130"/>
                  <a:gd name="T82" fmla="*/ 83 w 125"/>
                  <a:gd name="T83" fmla="*/ 4 h 130"/>
                  <a:gd name="T84" fmla="*/ 63 w 125"/>
                  <a:gd name="T85" fmla="*/ 60 h 130"/>
                  <a:gd name="T86" fmla="*/ 62 w 125"/>
                  <a:gd name="T87" fmla="*/ 30 h 130"/>
                  <a:gd name="T88" fmla="*/ 61 w 125"/>
                  <a:gd name="T89" fmla="*/ 22 h 130"/>
                  <a:gd name="T90" fmla="*/ 60 w 125"/>
                  <a:gd name="T91" fmla="*/ 29 h 130"/>
                  <a:gd name="T92" fmla="*/ 37 w 125"/>
                  <a:gd name="T93" fmla="*/ 12 h 130"/>
                  <a:gd name="T94" fmla="*/ 34 w 125"/>
                  <a:gd name="T95" fmla="*/ 3 h 130"/>
                  <a:gd name="T96" fmla="*/ 30 w 125"/>
                  <a:gd name="T97" fmla="*/ 3 h 130"/>
                  <a:gd name="T98" fmla="*/ 36 w 125"/>
                  <a:gd name="T99" fmla="*/ 1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5" h="130">
                    <a:moveTo>
                      <a:pt x="34" y="0"/>
                    </a:moveTo>
                    <a:cubicBezTo>
                      <a:pt x="30" y="0"/>
                      <a:pt x="27" y="3"/>
                      <a:pt x="27" y="7"/>
                    </a:cubicBezTo>
                    <a:cubicBezTo>
                      <a:pt x="27" y="10"/>
                      <a:pt x="30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9" y="27"/>
                      <a:pt x="45" y="43"/>
                      <a:pt x="52" y="58"/>
                    </a:cubicBezTo>
                    <a:cubicBezTo>
                      <a:pt x="47" y="52"/>
                      <a:pt x="42" y="46"/>
                      <a:pt x="38" y="40"/>
                    </a:cubicBezTo>
                    <a:cubicBezTo>
                      <a:pt x="38" y="40"/>
                      <a:pt x="38" y="40"/>
                      <a:pt x="39" y="39"/>
                    </a:cubicBezTo>
                    <a:cubicBezTo>
                      <a:pt x="40" y="37"/>
                      <a:pt x="39" y="35"/>
                      <a:pt x="36" y="34"/>
                    </a:cubicBezTo>
                    <a:cubicBezTo>
                      <a:pt x="36" y="33"/>
                      <a:pt x="35" y="33"/>
                      <a:pt x="34" y="33"/>
                    </a:cubicBezTo>
                    <a:cubicBezTo>
                      <a:pt x="33" y="33"/>
                      <a:pt x="31" y="34"/>
                      <a:pt x="30" y="36"/>
                    </a:cubicBezTo>
                    <a:cubicBezTo>
                      <a:pt x="29" y="38"/>
                      <a:pt x="30" y="40"/>
                      <a:pt x="32" y="41"/>
                    </a:cubicBezTo>
                    <a:cubicBezTo>
                      <a:pt x="33" y="42"/>
                      <a:pt x="34" y="42"/>
                      <a:pt x="34" y="42"/>
                    </a:cubicBezTo>
                    <a:cubicBezTo>
                      <a:pt x="35" y="42"/>
                      <a:pt x="35" y="42"/>
                      <a:pt x="36" y="42"/>
                    </a:cubicBezTo>
                    <a:cubicBezTo>
                      <a:pt x="41" y="49"/>
                      <a:pt x="47" y="57"/>
                      <a:pt x="54" y="64"/>
                    </a:cubicBezTo>
                    <a:cubicBezTo>
                      <a:pt x="54" y="64"/>
                      <a:pt x="54" y="64"/>
                      <a:pt x="54" y="64"/>
                    </a:cubicBezTo>
                    <a:cubicBezTo>
                      <a:pt x="39" y="58"/>
                      <a:pt x="25" y="50"/>
                      <a:pt x="13" y="42"/>
                    </a:cubicBezTo>
                    <a:cubicBezTo>
                      <a:pt x="14" y="41"/>
                      <a:pt x="14" y="40"/>
                      <a:pt x="14" y="39"/>
                    </a:cubicBezTo>
                    <a:cubicBezTo>
                      <a:pt x="14" y="36"/>
                      <a:pt x="11" y="33"/>
                      <a:pt x="7" y="33"/>
                    </a:cubicBezTo>
                    <a:cubicBezTo>
                      <a:pt x="4" y="33"/>
                      <a:pt x="1" y="36"/>
                      <a:pt x="1" y="39"/>
                    </a:cubicBezTo>
                    <a:cubicBezTo>
                      <a:pt x="1" y="43"/>
                      <a:pt x="4" y="46"/>
                      <a:pt x="7" y="46"/>
                    </a:cubicBezTo>
                    <a:cubicBezTo>
                      <a:pt x="9" y="46"/>
                      <a:pt x="11" y="45"/>
                      <a:pt x="12" y="44"/>
                    </a:cubicBezTo>
                    <a:cubicBezTo>
                      <a:pt x="24" y="52"/>
                      <a:pt x="38" y="59"/>
                      <a:pt x="53" y="66"/>
                    </a:cubicBezTo>
                    <a:cubicBezTo>
                      <a:pt x="52" y="67"/>
                      <a:pt x="52" y="68"/>
                      <a:pt x="52" y="69"/>
                    </a:cubicBezTo>
                    <a:cubicBezTo>
                      <a:pt x="41" y="69"/>
                      <a:pt x="31" y="69"/>
                      <a:pt x="20" y="69"/>
                    </a:cubicBezTo>
                    <a:cubicBezTo>
                      <a:pt x="20" y="68"/>
                      <a:pt x="19" y="67"/>
                      <a:pt x="18" y="66"/>
                    </a:cubicBezTo>
                    <a:cubicBezTo>
                      <a:pt x="17" y="66"/>
                      <a:pt x="17" y="66"/>
                      <a:pt x="16" y="66"/>
                    </a:cubicBezTo>
                    <a:cubicBezTo>
                      <a:pt x="14" y="66"/>
                      <a:pt x="12" y="67"/>
                      <a:pt x="11" y="69"/>
                    </a:cubicBezTo>
                    <a:cubicBezTo>
                      <a:pt x="10" y="71"/>
                      <a:pt x="11" y="74"/>
                      <a:pt x="14" y="75"/>
                    </a:cubicBezTo>
                    <a:cubicBezTo>
                      <a:pt x="14" y="75"/>
                      <a:pt x="15" y="75"/>
                      <a:pt x="16" y="75"/>
                    </a:cubicBezTo>
                    <a:cubicBezTo>
                      <a:pt x="17" y="75"/>
                      <a:pt x="19" y="74"/>
                      <a:pt x="20" y="72"/>
                    </a:cubicBezTo>
                    <a:cubicBezTo>
                      <a:pt x="20" y="72"/>
                      <a:pt x="20" y="71"/>
                      <a:pt x="20" y="71"/>
                    </a:cubicBezTo>
                    <a:cubicBezTo>
                      <a:pt x="31" y="70"/>
                      <a:pt x="42" y="70"/>
                      <a:pt x="52" y="70"/>
                    </a:cubicBezTo>
                    <a:cubicBezTo>
                      <a:pt x="52" y="70"/>
                      <a:pt x="53" y="71"/>
                      <a:pt x="53" y="71"/>
                    </a:cubicBezTo>
                    <a:cubicBezTo>
                      <a:pt x="38" y="78"/>
                      <a:pt x="24" y="85"/>
                      <a:pt x="10" y="92"/>
                    </a:cubicBezTo>
                    <a:cubicBezTo>
                      <a:pt x="9" y="91"/>
                      <a:pt x="8" y="90"/>
                      <a:pt x="6" y="90"/>
                    </a:cubicBezTo>
                    <a:cubicBezTo>
                      <a:pt x="2" y="90"/>
                      <a:pt x="0" y="92"/>
                      <a:pt x="0" y="95"/>
                    </a:cubicBezTo>
                    <a:cubicBezTo>
                      <a:pt x="0" y="99"/>
                      <a:pt x="2" y="101"/>
                      <a:pt x="6" y="101"/>
                    </a:cubicBezTo>
                    <a:cubicBezTo>
                      <a:pt x="9" y="101"/>
                      <a:pt x="11" y="99"/>
                      <a:pt x="11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25" y="87"/>
                      <a:pt x="39" y="81"/>
                      <a:pt x="54" y="74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48" y="80"/>
                      <a:pt x="42" y="86"/>
                      <a:pt x="37" y="93"/>
                    </a:cubicBezTo>
                    <a:cubicBezTo>
                      <a:pt x="36" y="93"/>
                      <a:pt x="35" y="93"/>
                      <a:pt x="35" y="93"/>
                    </a:cubicBezTo>
                    <a:cubicBezTo>
                      <a:pt x="33" y="93"/>
                      <a:pt x="32" y="94"/>
                      <a:pt x="31" y="95"/>
                    </a:cubicBezTo>
                    <a:cubicBezTo>
                      <a:pt x="30" y="97"/>
                      <a:pt x="31" y="100"/>
                      <a:pt x="33" y="101"/>
                    </a:cubicBezTo>
                    <a:cubicBezTo>
                      <a:pt x="34" y="101"/>
                      <a:pt x="34" y="101"/>
                      <a:pt x="35" y="101"/>
                    </a:cubicBezTo>
                    <a:cubicBezTo>
                      <a:pt x="37" y="101"/>
                      <a:pt x="38" y="100"/>
                      <a:pt x="39" y="99"/>
                    </a:cubicBezTo>
                    <a:cubicBezTo>
                      <a:pt x="40" y="97"/>
                      <a:pt x="40" y="96"/>
                      <a:pt x="39" y="94"/>
                    </a:cubicBezTo>
                    <a:cubicBezTo>
                      <a:pt x="44" y="88"/>
                      <a:pt x="49" y="81"/>
                      <a:pt x="56" y="75"/>
                    </a:cubicBezTo>
                    <a:cubicBezTo>
                      <a:pt x="56" y="76"/>
                      <a:pt x="56" y="76"/>
                      <a:pt x="57" y="76"/>
                    </a:cubicBezTo>
                    <a:cubicBezTo>
                      <a:pt x="52" y="90"/>
                      <a:pt x="48" y="103"/>
                      <a:pt x="46" y="117"/>
                    </a:cubicBezTo>
                    <a:cubicBezTo>
                      <a:pt x="46" y="117"/>
                      <a:pt x="46" y="117"/>
                      <a:pt x="46" y="117"/>
                    </a:cubicBezTo>
                    <a:cubicBezTo>
                      <a:pt x="42" y="117"/>
                      <a:pt x="39" y="120"/>
                      <a:pt x="39" y="123"/>
                    </a:cubicBezTo>
                    <a:cubicBezTo>
                      <a:pt x="39" y="127"/>
                      <a:pt x="42" y="130"/>
                      <a:pt x="46" y="130"/>
                    </a:cubicBezTo>
                    <a:cubicBezTo>
                      <a:pt x="49" y="130"/>
                      <a:pt x="52" y="127"/>
                      <a:pt x="52" y="123"/>
                    </a:cubicBezTo>
                    <a:cubicBezTo>
                      <a:pt x="52" y="121"/>
                      <a:pt x="51" y="119"/>
                      <a:pt x="48" y="118"/>
                    </a:cubicBezTo>
                    <a:cubicBezTo>
                      <a:pt x="51" y="104"/>
                      <a:pt x="54" y="90"/>
                      <a:pt x="59" y="77"/>
                    </a:cubicBezTo>
                    <a:cubicBezTo>
                      <a:pt x="60" y="77"/>
                      <a:pt x="60" y="77"/>
                      <a:pt x="60" y="77"/>
                    </a:cubicBezTo>
                    <a:cubicBezTo>
                      <a:pt x="61" y="87"/>
                      <a:pt x="63" y="97"/>
                      <a:pt x="66" y="105"/>
                    </a:cubicBezTo>
                    <a:cubicBezTo>
                      <a:pt x="65" y="106"/>
                      <a:pt x="64" y="106"/>
                      <a:pt x="64" y="107"/>
                    </a:cubicBezTo>
                    <a:cubicBezTo>
                      <a:pt x="63" y="109"/>
                      <a:pt x="64" y="112"/>
                      <a:pt x="66" y="113"/>
                    </a:cubicBezTo>
                    <a:cubicBezTo>
                      <a:pt x="67" y="113"/>
                      <a:pt x="67" y="113"/>
                      <a:pt x="68" y="113"/>
                    </a:cubicBezTo>
                    <a:cubicBezTo>
                      <a:pt x="69" y="113"/>
                      <a:pt x="71" y="112"/>
                      <a:pt x="72" y="111"/>
                    </a:cubicBezTo>
                    <a:cubicBezTo>
                      <a:pt x="73" y="108"/>
                      <a:pt x="72" y="106"/>
                      <a:pt x="70" y="105"/>
                    </a:cubicBezTo>
                    <a:cubicBezTo>
                      <a:pt x="69" y="105"/>
                      <a:pt x="69" y="105"/>
                      <a:pt x="69" y="105"/>
                    </a:cubicBezTo>
                    <a:cubicBezTo>
                      <a:pt x="66" y="97"/>
                      <a:pt x="64" y="87"/>
                      <a:pt x="63" y="78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71" y="92"/>
                      <a:pt x="80" y="105"/>
                      <a:pt x="90" y="117"/>
                    </a:cubicBezTo>
                    <a:cubicBezTo>
                      <a:pt x="89" y="118"/>
                      <a:pt x="88" y="120"/>
                      <a:pt x="88" y="122"/>
                    </a:cubicBezTo>
                    <a:cubicBezTo>
                      <a:pt x="88" y="125"/>
                      <a:pt x="91" y="128"/>
                      <a:pt x="94" y="128"/>
                    </a:cubicBezTo>
                    <a:cubicBezTo>
                      <a:pt x="98" y="128"/>
                      <a:pt x="100" y="125"/>
                      <a:pt x="100" y="122"/>
                    </a:cubicBezTo>
                    <a:cubicBezTo>
                      <a:pt x="100" y="118"/>
                      <a:pt x="98" y="115"/>
                      <a:pt x="94" y="115"/>
                    </a:cubicBezTo>
                    <a:cubicBezTo>
                      <a:pt x="94" y="115"/>
                      <a:pt x="93" y="115"/>
                      <a:pt x="92" y="116"/>
                    </a:cubicBezTo>
                    <a:cubicBezTo>
                      <a:pt x="83" y="104"/>
                      <a:pt x="73" y="91"/>
                      <a:pt x="65" y="77"/>
                    </a:cubicBezTo>
                    <a:cubicBezTo>
                      <a:pt x="66" y="77"/>
                      <a:pt x="67" y="76"/>
                      <a:pt x="67" y="76"/>
                    </a:cubicBezTo>
                    <a:cubicBezTo>
                      <a:pt x="75" y="82"/>
                      <a:pt x="84" y="88"/>
                      <a:pt x="92" y="92"/>
                    </a:cubicBezTo>
                    <a:cubicBezTo>
                      <a:pt x="92" y="94"/>
                      <a:pt x="92" y="96"/>
                      <a:pt x="94" y="96"/>
                    </a:cubicBezTo>
                    <a:cubicBezTo>
                      <a:pt x="95" y="97"/>
                      <a:pt x="95" y="97"/>
                      <a:pt x="96" y="97"/>
                    </a:cubicBezTo>
                    <a:cubicBezTo>
                      <a:pt x="97" y="97"/>
                      <a:pt x="99" y="96"/>
                      <a:pt x="100" y="95"/>
                    </a:cubicBezTo>
                    <a:cubicBezTo>
                      <a:pt x="101" y="93"/>
                      <a:pt x="100" y="91"/>
                      <a:pt x="98" y="90"/>
                    </a:cubicBezTo>
                    <a:cubicBezTo>
                      <a:pt x="97" y="90"/>
                      <a:pt x="97" y="89"/>
                      <a:pt x="96" y="89"/>
                    </a:cubicBezTo>
                    <a:cubicBezTo>
                      <a:pt x="95" y="89"/>
                      <a:pt x="94" y="90"/>
                      <a:pt x="93" y="90"/>
                    </a:cubicBezTo>
                    <a:cubicBezTo>
                      <a:pt x="85" y="86"/>
                      <a:pt x="77" y="81"/>
                      <a:pt x="69" y="74"/>
                    </a:cubicBezTo>
                    <a:cubicBezTo>
                      <a:pt x="70" y="74"/>
                      <a:pt x="70" y="73"/>
                      <a:pt x="70" y="73"/>
                    </a:cubicBezTo>
                    <a:cubicBezTo>
                      <a:pt x="85" y="78"/>
                      <a:pt x="100" y="81"/>
                      <a:pt x="114" y="82"/>
                    </a:cubicBezTo>
                    <a:cubicBezTo>
                      <a:pt x="114" y="83"/>
                      <a:pt x="114" y="83"/>
                      <a:pt x="114" y="83"/>
                    </a:cubicBezTo>
                    <a:cubicBezTo>
                      <a:pt x="114" y="86"/>
                      <a:pt x="116" y="88"/>
                      <a:pt x="119" y="88"/>
                    </a:cubicBezTo>
                    <a:cubicBezTo>
                      <a:pt x="122" y="88"/>
                      <a:pt x="125" y="86"/>
                      <a:pt x="125" y="83"/>
                    </a:cubicBezTo>
                    <a:cubicBezTo>
                      <a:pt x="125" y="80"/>
                      <a:pt x="122" y="77"/>
                      <a:pt x="119" y="77"/>
                    </a:cubicBezTo>
                    <a:cubicBezTo>
                      <a:pt x="117" y="77"/>
                      <a:pt x="115" y="79"/>
                      <a:pt x="114" y="81"/>
                    </a:cubicBezTo>
                    <a:cubicBezTo>
                      <a:pt x="100" y="80"/>
                      <a:pt x="85" y="77"/>
                      <a:pt x="71" y="71"/>
                    </a:cubicBezTo>
                    <a:cubicBezTo>
                      <a:pt x="71" y="71"/>
                      <a:pt x="71" y="70"/>
                      <a:pt x="71" y="70"/>
                    </a:cubicBezTo>
                    <a:cubicBezTo>
                      <a:pt x="81" y="69"/>
                      <a:pt x="91" y="68"/>
                      <a:pt x="101" y="65"/>
                    </a:cubicBezTo>
                    <a:cubicBezTo>
                      <a:pt x="101" y="66"/>
                      <a:pt x="102" y="66"/>
                      <a:pt x="103" y="67"/>
                    </a:cubicBezTo>
                    <a:cubicBezTo>
                      <a:pt x="103" y="67"/>
                      <a:pt x="104" y="67"/>
                      <a:pt x="104" y="67"/>
                    </a:cubicBezTo>
                    <a:cubicBezTo>
                      <a:pt x="106" y="67"/>
                      <a:pt x="107" y="66"/>
                      <a:pt x="108" y="65"/>
                    </a:cubicBezTo>
                    <a:cubicBezTo>
                      <a:pt x="109" y="63"/>
                      <a:pt x="108" y="60"/>
                      <a:pt x="106" y="60"/>
                    </a:cubicBezTo>
                    <a:cubicBezTo>
                      <a:pt x="106" y="59"/>
                      <a:pt x="105" y="59"/>
                      <a:pt x="104" y="59"/>
                    </a:cubicBezTo>
                    <a:cubicBezTo>
                      <a:pt x="103" y="59"/>
                      <a:pt x="101" y="60"/>
                      <a:pt x="100" y="62"/>
                    </a:cubicBezTo>
                    <a:cubicBezTo>
                      <a:pt x="100" y="62"/>
                      <a:pt x="100" y="63"/>
                      <a:pt x="100" y="64"/>
                    </a:cubicBezTo>
                    <a:cubicBezTo>
                      <a:pt x="91" y="66"/>
                      <a:pt x="81" y="68"/>
                      <a:pt x="71" y="68"/>
                    </a:cubicBezTo>
                    <a:cubicBezTo>
                      <a:pt x="71" y="67"/>
                      <a:pt x="71" y="66"/>
                      <a:pt x="71" y="65"/>
                    </a:cubicBezTo>
                    <a:cubicBezTo>
                      <a:pt x="84" y="58"/>
                      <a:pt x="97" y="51"/>
                      <a:pt x="108" y="41"/>
                    </a:cubicBezTo>
                    <a:cubicBezTo>
                      <a:pt x="109" y="41"/>
                      <a:pt x="110" y="42"/>
                      <a:pt x="111" y="42"/>
                    </a:cubicBezTo>
                    <a:cubicBezTo>
                      <a:pt x="114" y="42"/>
                      <a:pt x="117" y="39"/>
                      <a:pt x="117" y="35"/>
                    </a:cubicBezTo>
                    <a:cubicBezTo>
                      <a:pt x="117" y="32"/>
                      <a:pt x="114" y="29"/>
                      <a:pt x="111" y="29"/>
                    </a:cubicBezTo>
                    <a:cubicBezTo>
                      <a:pt x="108" y="29"/>
                      <a:pt x="105" y="32"/>
                      <a:pt x="105" y="35"/>
                    </a:cubicBezTo>
                    <a:cubicBezTo>
                      <a:pt x="105" y="37"/>
                      <a:pt x="105" y="38"/>
                      <a:pt x="106" y="38"/>
                    </a:cubicBezTo>
                    <a:cubicBezTo>
                      <a:pt x="95" y="48"/>
                      <a:pt x="83" y="56"/>
                      <a:pt x="70" y="62"/>
                    </a:cubicBezTo>
                    <a:cubicBezTo>
                      <a:pt x="77" y="56"/>
                      <a:pt x="84" y="50"/>
                      <a:pt x="91" y="44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1" y="45"/>
                      <a:pt x="92" y="45"/>
                      <a:pt x="93" y="45"/>
                    </a:cubicBezTo>
                    <a:cubicBezTo>
                      <a:pt x="94" y="45"/>
                      <a:pt x="96" y="44"/>
                      <a:pt x="97" y="43"/>
                    </a:cubicBezTo>
                    <a:cubicBezTo>
                      <a:pt x="98" y="41"/>
                      <a:pt x="97" y="38"/>
                      <a:pt x="95" y="37"/>
                    </a:cubicBezTo>
                    <a:cubicBezTo>
                      <a:pt x="95" y="37"/>
                      <a:pt x="94" y="37"/>
                      <a:pt x="93" y="37"/>
                    </a:cubicBezTo>
                    <a:cubicBezTo>
                      <a:pt x="92" y="37"/>
                      <a:pt x="90" y="38"/>
                      <a:pt x="89" y="39"/>
                    </a:cubicBezTo>
                    <a:cubicBezTo>
                      <a:pt x="88" y="40"/>
                      <a:pt x="89" y="42"/>
                      <a:pt x="89" y="43"/>
                    </a:cubicBezTo>
                    <a:cubicBezTo>
                      <a:pt x="89" y="43"/>
                      <a:pt x="89" y="43"/>
                      <a:pt x="89" y="43"/>
                    </a:cubicBezTo>
                    <a:cubicBezTo>
                      <a:pt x="82" y="49"/>
                      <a:pt x="75" y="56"/>
                      <a:pt x="68" y="62"/>
                    </a:cubicBezTo>
                    <a:cubicBezTo>
                      <a:pt x="67" y="61"/>
                      <a:pt x="66" y="61"/>
                      <a:pt x="65" y="61"/>
                    </a:cubicBezTo>
                    <a:cubicBezTo>
                      <a:pt x="71" y="46"/>
                      <a:pt x="77" y="31"/>
                      <a:pt x="82" y="16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82" y="16"/>
                      <a:pt x="82" y="16"/>
                      <a:pt x="83" y="16"/>
                    </a:cubicBezTo>
                    <a:cubicBezTo>
                      <a:pt x="86" y="16"/>
                      <a:pt x="88" y="14"/>
                      <a:pt x="89" y="11"/>
                    </a:cubicBezTo>
                    <a:cubicBezTo>
                      <a:pt x="89" y="7"/>
                      <a:pt x="86" y="4"/>
                      <a:pt x="83" y="4"/>
                    </a:cubicBezTo>
                    <a:cubicBezTo>
                      <a:pt x="83" y="4"/>
                      <a:pt x="83" y="4"/>
                      <a:pt x="83" y="4"/>
                    </a:cubicBezTo>
                    <a:cubicBezTo>
                      <a:pt x="80" y="4"/>
                      <a:pt x="77" y="6"/>
                      <a:pt x="77" y="10"/>
                    </a:cubicBezTo>
                    <a:cubicBezTo>
                      <a:pt x="76" y="12"/>
                      <a:pt x="78" y="14"/>
                      <a:pt x="79" y="15"/>
                    </a:cubicBezTo>
                    <a:cubicBezTo>
                      <a:pt x="74" y="30"/>
                      <a:pt x="68" y="45"/>
                      <a:pt x="63" y="60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1" y="60"/>
                      <a:pt x="61" y="60"/>
                      <a:pt x="61" y="60"/>
                    </a:cubicBezTo>
                    <a:cubicBezTo>
                      <a:pt x="60" y="49"/>
                      <a:pt x="61" y="39"/>
                      <a:pt x="62" y="30"/>
                    </a:cubicBezTo>
                    <a:cubicBezTo>
                      <a:pt x="64" y="29"/>
                      <a:pt x="65" y="29"/>
                      <a:pt x="66" y="27"/>
                    </a:cubicBezTo>
                    <a:cubicBezTo>
                      <a:pt x="67" y="25"/>
                      <a:pt x="66" y="23"/>
                      <a:pt x="63" y="22"/>
                    </a:cubicBezTo>
                    <a:cubicBezTo>
                      <a:pt x="63" y="22"/>
                      <a:pt x="62" y="22"/>
                      <a:pt x="61" y="22"/>
                    </a:cubicBezTo>
                    <a:cubicBezTo>
                      <a:pt x="60" y="22"/>
                      <a:pt x="58" y="22"/>
                      <a:pt x="57" y="24"/>
                    </a:cubicBezTo>
                    <a:cubicBezTo>
                      <a:pt x="56" y="26"/>
                      <a:pt x="57" y="28"/>
                      <a:pt x="60" y="29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58" y="39"/>
                      <a:pt x="58" y="50"/>
                      <a:pt x="58" y="61"/>
                    </a:cubicBezTo>
                    <a:cubicBezTo>
                      <a:pt x="58" y="61"/>
                      <a:pt x="57" y="61"/>
                      <a:pt x="57" y="61"/>
                    </a:cubicBezTo>
                    <a:cubicBezTo>
                      <a:pt x="48" y="45"/>
                      <a:pt x="42" y="28"/>
                      <a:pt x="37" y="12"/>
                    </a:cubicBezTo>
                    <a:cubicBezTo>
                      <a:pt x="39" y="11"/>
                      <a:pt x="40" y="9"/>
                      <a:pt x="40" y="7"/>
                    </a:cubicBezTo>
                    <a:cubicBezTo>
                      <a:pt x="40" y="4"/>
                      <a:pt x="39" y="3"/>
                      <a:pt x="37" y="1"/>
                    </a:cubicBezTo>
                    <a:cubicBezTo>
                      <a:pt x="36" y="2"/>
                      <a:pt x="35" y="2"/>
                      <a:pt x="34" y="3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4" y="4"/>
                      <a:pt x="33" y="5"/>
                      <a:pt x="32" y="5"/>
                    </a:cubicBezTo>
                    <a:cubicBezTo>
                      <a:pt x="31" y="5"/>
                      <a:pt x="30" y="4"/>
                      <a:pt x="30" y="3"/>
                    </a:cubicBezTo>
                    <a:cubicBezTo>
                      <a:pt x="30" y="2"/>
                      <a:pt x="31" y="1"/>
                      <a:pt x="32" y="1"/>
                    </a:cubicBezTo>
                    <a:cubicBezTo>
                      <a:pt x="33" y="1"/>
                      <a:pt x="34" y="1"/>
                      <a:pt x="34" y="2"/>
                    </a:cubicBezTo>
                    <a:cubicBezTo>
                      <a:pt x="35" y="2"/>
                      <a:pt x="35" y="1"/>
                      <a:pt x="36" y="1"/>
                    </a:cubicBezTo>
                    <a:cubicBezTo>
                      <a:pt x="35" y="0"/>
                      <a:pt x="35" y="0"/>
                      <a:pt x="34" y="0"/>
                    </a:cubicBezTo>
                  </a:path>
                </a:pathLst>
              </a:custGeom>
              <a:solidFill>
                <a:srgbClr val="FFFFFF">
                  <a:alpha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813B473C-C81F-C44B-8EA6-128E00EFEB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208463" y="4565650"/>
                <a:ext cx="22225" cy="12700"/>
              </a:xfrm>
              <a:custGeom>
                <a:avLst/>
                <a:gdLst>
                  <a:gd name="T0" fmla="*/ 6 w 7"/>
                  <a:gd name="T1" fmla="*/ 0 h 4"/>
                  <a:gd name="T2" fmla="*/ 4 w 7"/>
                  <a:gd name="T3" fmla="*/ 1 h 4"/>
                  <a:gd name="T4" fmla="*/ 2 w 7"/>
                  <a:gd name="T5" fmla="*/ 0 h 4"/>
                  <a:gd name="T6" fmla="*/ 0 w 7"/>
                  <a:gd name="T7" fmla="*/ 2 h 4"/>
                  <a:gd name="T8" fmla="*/ 2 w 7"/>
                  <a:gd name="T9" fmla="*/ 4 h 4"/>
                  <a:gd name="T10" fmla="*/ 4 w 7"/>
                  <a:gd name="T11" fmla="*/ 2 h 4"/>
                  <a:gd name="T12" fmla="*/ 4 w 7"/>
                  <a:gd name="T13" fmla="*/ 2 h 4"/>
                  <a:gd name="T14" fmla="*/ 7 w 7"/>
                  <a:gd name="T15" fmla="*/ 0 h 4"/>
                  <a:gd name="T16" fmla="*/ 6 w 7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4">
                    <a:moveTo>
                      <a:pt x="6" y="0"/>
                    </a:moveTo>
                    <a:cubicBezTo>
                      <a:pt x="5" y="0"/>
                      <a:pt x="5" y="1"/>
                      <a:pt x="4" y="1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" y="4"/>
                      <a:pt x="4" y="3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7" y="0"/>
                    </a:cubicBezTo>
                    <a:cubicBezTo>
                      <a:pt x="7" y="0"/>
                      <a:pt x="7" y="0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13">
                <a:extLst>
                  <a:ext uri="{FF2B5EF4-FFF2-40B4-BE49-F238E27FC236}">
                    <a16:creationId xmlns:a16="http://schemas.microsoft.com/office/drawing/2014/main" id="{39AE9B82-F217-1845-9808-A93C2BFEF34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511675" y="6608763"/>
                <a:ext cx="144463" cy="146050"/>
              </a:xfrm>
              <a:custGeom>
                <a:avLst/>
                <a:gdLst>
                  <a:gd name="T0" fmla="*/ 13 w 45"/>
                  <a:gd name="T1" fmla="*/ 5 h 46"/>
                  <a:gd name="T2" fmla="*/ 14 w 45"/>
                  <a:gd name="T3" fmla="*/ 15 h 46"/>
                  <a:gd name="T4" fmla="*/ 13 w 45"/>
                  <a:gd name="T5" fmla="*/ 12 h 46"/>
                  <a:gd name="T6" fmla="*/ 13 w 45"/>
                  <a:gd name="T7" fmla="*/ 15 h 46"/>
                  <a:gd name="T8" fmla="*/ 20 w 45"/>
                  <a:gd name="T9" fmla="*/ 23 h 46"/>
                  <a:gd name="T10" fmla="*/ 3 w 45"/>
                  <a:gd name="T11" fmla="*/ 12 h 46"/>
                  <a:gd name="T12" fmla="*/ 5 w 45"/>
                  <a:gd name="T13" fmla="*/ 16 h 46"/>
                  <a:gd name="T14" fmla="*/ 8 w 45"/>
                  <a:gd name="T15" fmla="*/ 25 h 46"/>
                  <a:gd name="T16" fmla="*/ 5 w 45"/>
                  <a:gd name="T17" fmla="*/ 25 h 46"/>
                  <a:gd name="T18" fmla="*/ 8 w 45"/>
                  <a:gd name="T19" fmla="*/ 26 h 46"/>
                  <a:gd name="T20" fmla="*/ 19 w 45"/>
                  <a:gd name="T21" fmla="*/ 26 h 46"/>
                  <a:gd name="T22" fmla="*/ 0 w 45"/>
                  <a:gd name="T23" fmla="*/ 34 h 46"/>
                  <a:gd name="T24" fmla="*/ 5 w 45"/>
                  <a:gd name="T25" fmla="*/ 34 h 46"/>
                  <a:gd name="T26" fmla="*/ 14 w 45"/>
                  <a:gd name="T27" fmla="*/ 33 h 46"/>
                  <a:gd name="T28" fmla="*/ 12 w 45"/>
                  <a:gd name="T29" fmla="*/ 36 h 46"/>
                  <a:gd name="T30" fmla="*/ 14 w 45"/>
                  <a:gd name="T31" fmla="*/ 34 h 46"/>
                  <a:gd name="T32" fmla="*/ 17 w 45"/>
                  <a:gd name="T33" fmla="*/ 42 h 46"/>
                  <a:gd name="T34" fmla="*/ 17 w 45"/>
                  <a:gd name="T35" fmla="*/ 46 h 46"/>
                  <a:gd name="T36" fmla="*/ 22 w 45"/>
                  <a:gd name="T37" fmla="*/ 28 h 46"/>
                  <a:gd name="T38" fmla="*/ 23 w 45"/>
                  <a:gd name="T39" fmla="*/ 38 h 46"/>
                  <a:gd name="T40" fmla="*/ 26 w 45"/>
                  <a:gd name="T41" fmla="*/ 40 h 46"/>
                  <a:gd name="T42" fmla="*/ 23 w 45"/>
                  <a:gd name="T43" fmla="*/ 28 h 46"/>
                  <a:gd name="T44" fmla="*/ 32 w 45"/>
                  <a:gd name="T45" fmla="*/ 44 h 46"/>
                  <a:gd name="T46" fmla="*/ 34 w 45"/>
                  <a:gd name="T47" fmla="*/ 41 h 46"/>
                  <a:gd name="T48" fmla="*/ 25 w 45"/>
                  <a:gd name="T49" fmla="*/ 27 h 46"/>
                  <a:gd name="T50" fmla="*/ 35 w 45"/>
                  <a:gd name="T51" fmla="*/ 35 h 46"/>
                  <a:gd name="T52" fmla="*/ 35 w 45"/>
                  <a:gd name="T53" fmla="*/ 32 h 46"/>
                  <a:gd name="T54" fmla="*/ 26 w 45"/>
                  <a:gd name="T55" fmla="*/ 26 h 46"/>
                  <a:gd name="T56" fmla="*/ 43 w 45"/>
                  <a:gd name="T57" fmla="*/ 32 h 46"/>
                  <a:gd name="T58" fmla="*/ 41 w 45"/>
                  <a:gd name="T59" fmla="*/ 29 h 46"/>
                  <a:gd name="T60" fmla="*/ 36 w 45"/>
                  <a:gd name="T61" fmla="*/ 24 h 46"/>
                  <a:gd name="T62" fmla="*/ 39 w 45"/>
                  <a:gd name="T63" fmla="*/ 23 h 46"/>
                  <a:gd name="T64" fmla="*/ 36 w 45"/>
                  <a:gd name="T65" fmla="*/ 22 h 46"/>
                  <a:gd name="T66" fmla="*/ 26 w 45"/>
                  <a:gd name="T67" fmla="*/ 24 h 46"/>
                  <a:gd name="T68" fmla="*/ 42 w 45"/>
                  <a:gd name="T69" fmla="*/ 13 h 46"/>
                  <a:gd name="T70" fmla="*/ 38 w 45"/>
                  <a:gd name="T71" fmla="*/ 14 h 46"/>
                  <a:gd name="T72" fmla="*/ 33 w 45"/>
                  <a:gd name="T73" fmla="*/ 16 h 46"/>
                  <a:gd name="T74" fmla="*/ 34 w 45"/>
                  <a:gd name="T75" fmla="*/ 14 h 46"/>
                  <a:gd name="T76" fmla="*/ 32 w 45"/>
                  <a:gd name="T77" fmla="*/ 15 h 46"/>
                  <a:gd name="T78" fmla="*/ 24 w 45"/>
                  <a:gd name="T79" fmla="*/ 22 h 46"/>
                  <a:gd name="T80" fmla="*/ 30 w 45"/>
                  <a:gd name="T81" fmla="*/ 6 h 46"/>
                  <a:gd name="T82" fmla="*/ 30 w 45"/>
                  <a:gd name="T83" fmla="*/ 2 h 46"/>
                  <a:gd name="T84" fmla="*/ 23 w 45"/>
                  <a:gd name="T85" fmla="*/ 22 h 46"/>
                  <a:gd name="T86" fmla="*/ 23 w 45"/>
                  <a:gd name="T87" fmla="*/ 11 h 46"/>
                  <a:gd name="T88" fmla="*/ 22 w 45"/>
                  <a:gd name="T89" fmla="*/ 8 h 46"/>
                  <a:gd name="T90" fmla="*/ 22 w 45"/>
                  <a:gd name="T91" fmla="*/ 11 h 46"/>
                  <a:gd name="T92" fmla="*/ 14 w 45"/>
                  <a:gd name="T93" fmla="*/ 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5" h="46">
                    <a:moveTo>
                      <a:pt x="13" y="0"/>
                    </a:moveTo>
                    <a:cubicBezTo>
                      <a:pt x="11" y="0"/>
                      <a:pt x="10" y="1"/>
                      <a:pt x="10" y="3"/>
                    </a:cubicBezTo>
                    <a:cubicBezTo>
                      <a:pt x="10" y="4"/>
                      <a:pt x="11" y="5"/>
                      <a:pt x="13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4" y="10"/>
                      <a:pt x="16" y="16"/>
                      <a:pt x="19" y="21"/>
                    </a:cubicBezTo>
                    <a:cubicBezTo>
                      <a:pt x="17" y="19"/>
                      <a:pt x="15" y="17"/>
                      <a:pt x="14" y="15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5" y="13"/>
                      <a:pt x="14" y="13"/>
                      <a:pt x="13" y="12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1" y="14"/>
                      <a:pt x="11" y="15"/>
                      <a:pt x="12" y="15"/>
                    </a:cubicBezTo>
                    <a:cubicBezTo>
                      <a:pt x="12" y="15"/>
                      <a:pt x="13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5" y="18"/>
                      <a:pt x="17" y="20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14" y="21"/>
                      <a:pt x="10" y="18"/>
                      <a:pt x="5" y="15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3"/>
                      <a:pt x="4" y="12"/>
                      <a:pt x="3" y="12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1" y="16"/>
                      <a:pt x="2" y="17"/>
                      <a:pt x="3" y="17"/>
                    </a:cubicBezTo>
                    <a:cubicBezTo>
                      <a:pt x="4" y="17"/>
                      <a:pt x="4" y="16"/>
                      <a:pt x="5" y="16"/>
                    </a:cubicBezTo>
                    <a:cubicBezTo>
                      <a:pt x="9" y="19"/>
                      <a:pt x="14" y="21"/>
                      <a:pt x="19" y="24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5" y="25"/>
                      <a:pt x="12" y="25"/>
                      <a:pt x="8" y="25"/>
                    </a:cubicBezTo>
                    <a:cubicBezTo>
                      <a:pt x="8" y="25"/>
                      <a:pt x="7" y="24"/>
                      <a:pt x="7" y="24"/>
                    </a:cubicBezTo>
                    <a:cubicBezTo>
                      <a:pt x="7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5"/>
                    </a:cubicBezTo>
                    <a:cubicBezTo>
                      <a:pt x="4" y="26"/>
                      <a:pt x="5" y="26"/>
                      <a:pt x="5" y="27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7" y="27"/>
                      <a:pt x="7" y="27"/>
                      <a:pt x="8" y="2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2" y="25"/>
                      <a:pt x="15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4" y="28"/>
                      <a:pt x="9" y="30"/>
                      <a:pt x="4" y="33"/>
                    </a:cubicBezTo>
                    <a:cubicBezTo>
                      <a:pt x="4" y="33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4"/>
                    </a:cubicBezTo>
                    <a:cubicBezTo>
                      <a:pt x="0" y="35"/>
                      <a:pt x="1" y="36"/>
                      <a:pt x="3" y="36"/>
                    </a:cubicBezTo>
                    <a:cubicBezTo>
                      <a:pt x="4" y="36"/>
                      <a:pt x="5" y="35"/>
                      <a:pt x="5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9" y="31"/>
                      <a:pt x="15" y="29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18" y="29"/>
                      <a:pt x="15" y="31"/>
                      <a:pt x="14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2" y="33"/>
                      <a:pt x="12" y="34"/>
                      <a:pt x="12" y="34"/>
                    </a:cubicBezTo>
                    <a:cubicBezTo>
                      <a:pt x="11" y="35"/>
                      <a:pt x="12" y="36"/>
                      <a:pt x="12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4" y="36"/>
                      <a:pt x="14" y="36"/>
                      <a:pt x="15" y="35"/>
                    </a:cubicBezTo>
                    <a:cubicBezTo>
                      <a:pt x="15" y="35"/>
                      <a:pt x="15" y="34"/>
                      <a:pt x="14" y="34"/>
                    </a:cubicBezTo>
                    <a:cubicBezTo>
                      <a:pt x="16" y="31"/>
                      <a:pt x="18" y="29"/>
                      <a:pt x="20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19" y="32"/>
                      <a:pt x="18" y="37"/>
                      <a:pt x="17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6" y="42"/>
                      <a:pt x="15" y="43"/>
                      <a:pt x="15" y="44"/>
                    </a:cubicBezTo>
                    <a:cubicBezTo>
                      <a:pt x="15" y="45"/>
                      <a:pt x="16" y="46"/>
                      <a:pt x="17" y="46"/>
                    </a:cubicBezTo>
                    <a:cubicBezTo>
                      <a:pt x="18" y="46"/>
                      <a:pt x="19" y="45"/>
                      <a:pt x="19" y="44"/>
                    </a:cubicBezTo>
                    <a:cubicBezTo>
                      <a:pt x="19" y="43"/>
                      <a:pt x="19" y="43"/>
                      <a:pt x="18" y="42"/>
                    </a:cubicBezTo>
                    <a:cubicBezTo>
                      <a:pt x="19" y="37"/>
                      <a:pt x="20" y="32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2" y="31"/>
                      <a:pt x="23" y="35"/>
                      <a:pt x="24" y="38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3" y="39"/>
                      <a:pt x="23" y="40"/>
                      <a:pt x="24" y="40"/>
                    </a:cubicBezTo>
                    <a:cubicBezTo>
                      <a:pt x="24" y="40"/>
                      <a:pt x="24" y="41"/>
                      <a:pt x="25" y="41"/>
                    </a:cubicBezTo>
                    <a:cubicBezTo>
                      <a:pt x="25" y="41"/>
                      <a:pt x="26" y="40"/>
                      <a:pt x="26" y="40"/>
                    </a:cubicBezTo>
                    <a:cubicBezTo>
                      <a:pt x="27" y="39"/>
                      <a:pt x="26" y="38"/>
                      <a:pt x="25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35"/>
                      <a:pt x="23" y="31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6" y="33"/>
                      <a:pt x="29" y="38"/>
                      <a:pt x="33" y="42"/>
                    </a:cubicBezTo>
                    <a:cubicBezTo>
                      <a:pt x="32" y="42"/>
                      <a:pt x="32" y="43"/>
                      <a:pt x="32" y="44"/>
                    </a:cubicBezTo>
                    <a:cubicBezTo>
                      <a:pt x="32" y="45"/>
                      <a:pt x="33" y="46"/>
                      <a:pt x="34" y="46"/>
                    </a:cubicBezTo>
                    <a:cubicBezTo>
                      <a:pt x="35" y="46"/>
                      <a:pt x="36" y="45"/>
                      <a:pt x="36" y="44"/>
                    </a:cubicBezTo>
                    <a:cubicBezTo>
                      <a:pt x="36" y="42"/>
                      <a:pt x="35" y="41"/>
                      <a:pt x="34" y="4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0" y="37"/>
                      <a:pt x="27" y="33"/>
                      <a:pt x="24" y="28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7" y="30"/>
                      <a:pt x="30" y="32"/>
                      <a:pt x="33" y="33"/>
                    </a:cubicBezTo>
                    <a:cubicBezTo>
                      <a:pt x="33" y="34"/>
                      <a:pt x="34" y="34"/>
                      <a:pt x="34" y="35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5"/>
                      <a:pt x="36" y="34"/>
                      <a:pt x="36" y="34"/>
                    </a:cubicBezTo>
                    <a:cubicBezTo>
                      <a:pt x="36" y="33"/>
                      <a:pt x="36" y="33"/>
                      <a:pt x="35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1" y="31"/>
                      <a:pt x="28" y="29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31" y="28"/>
                      <a:pt x="36" y="29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2" y="32"/>
                      <a:pt x="43" y="32"/>
                    </a:cubicBezTo>
                    <a:cubicBezTo>
                      <a:pt x="44" y="32"/>
                      <a:pt x="45" y="31"/>
                      <a:pt x="45" y="30"/>
                    </a:cubicBezTo>
                    <a:cubicBezTo>
                      <a:pt x="45" y="29"/>
                      <a:pt x="44" y="28"/>
                      <a:pt x="43" y="28"/>
                    </a:cubicBezTo>
                    <a:cubicBezTo>
                      <a:pt x="42" y="28"/>
                      <a:pt x="42" y="28"/>
                      <a:pt x="41" y="29"/>
                    </a:cubicBezTo>
                    <a:cubicBezTo>
                      <a:pt x="36" y="29"/>
                      <a:pt x="31" y="28"/>
                      <a:pt x="26" y="26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0" y="25"/>
                      <a:pt x="33" y="24"/>
                      <a:pt x="36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4"/>
                      <a:pt x="37" y="24"/>
                      <a:pt x="38" y="24"/>
                    </a:cubicBezTo>
                    <a:cubicBezTo>
                      <a:pt x="38" y="24"/>
                      <a:pt x="39" y="24"/>
                      <a:pt x="39" y="23"/>
                    </a:cubicBezTo>
                    <a:cubicBezTo>
                      <a:pt x="39" y="23"/>
                      <a:pt x="39" y="22"/>
                      <a:pt x="38" y="22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7" y="21"/>
                      <a:pt x="37" y="22"/>
                      <a:pt x="36" y="22"/>
                    </a:cubicBezTo>
                    <a:cubicBezTo>
                      <a:pt x="36" y="23"/>
                      <a:pt x="36" y="23"/>
                      <a:pt x="36" y="23"/>
                    </a:cubicBezTo>
                    <a:cubicBezTo>
                      <a:pt x="33" y="24"/>
                      <a:pt x="29" y="24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31" y="21"/>
                      <a:pt x="35" y="18"/>
                      <a:pt x="39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1" y="15"/>
                      <a:pt x="42" y="14"/>
                      <a:pt x="42" y="13"/>
                    </a:cubicBezTo>
                    <a:cubicBezTo>
                      <a:pt x="42" y="12"/>
                      <a:pt x="41" y="11"/>
                      <a:pt x="40" y="11"/>
                    </a:cubicBezTo>
                    <a:cubicBezTo>
                      <a:pt x="39" y="11"/>
                      <a:pt x="38" y="12"/>
                      <a:pt x="38" y="13"/>
                    </a:cubicBezTo>
                    <a:cubicBezTo>
                      <a:pt x="38" y="13"/>
                      <a:pt x="38" y="14"/>
                      <a:pt x="38" y="14"/>
                    </a:cubicBezTo>
                    <a:cubicBezTo>
                      <a:pt x="35" y="17"/>
                      <a:pt x="30" y="20"/>
                      <a:pt x="26" y="23"/>
                    </a:cubicBezTo>
                    <a:cubicBezTo>
                      <a:pt x="28" y="20"/>
                      <a:pt x="31" y="18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4" y="16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5" y="15"/>
                      <a:pt x="35" y="14"/>
                      <a:pt x="34" y="14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3"/>
                      <a:pt x="33" y="14"/>
                      <a:pt x="32" y="14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0" y="18"/>
                      <a:pt x="27" y="20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6" y="17"/>
                      <a:pt x="28" y="11"/>
                      <a:pt x="30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2" y="5"/>
                      <a:pt x="32" y="4"/>
                    </a:cubicBezTo>
                    <a:cubicBezTo>
                      <a:pt x="32" y="3"/>
                      <a:pt x="31" y="2"/>
                      <a:pt x="30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29" y="2"/>
                      <a:pt x="28" y="2"/>
                      <a:pt x="28" y="4"/>
                    </a:cubicBezTo>
                    <a:cubicBezTo>
                      <a:pt x="28" y="4"/>
                      <a:pt x="28" y="5"/>
                      <a:pt x="29" y="6"/>
                    </a:cubicBezTo>
                    <a:cubicBezTo>
                      <a:pt x="27" y="11"/>
                      <a:pt x="25" y="16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18"/>
                      <a:pt x="22" y="14"/>
                      <a:pt x="23" y="11"/>
                    </a:cubicBezTo>
                    <a:cubicBezTo>
                      <a:pt x="23" y="11"/>
                      <a:pt x="24" y="10"/>
                      <a:pt x="24" y="10"/>
                    </a:cubicBezTo>
                    <a:cubicBezTo>
                      <a:pt x="24" y="9"/>
                      <a:pt x="24" y="8"/>
                      <a:pt x="23" y="8"/>
                    </a:cubicBezTo>
                    <a:cubicBezTo>
                      <a:pt x="23" y="8"/>
                      <a:pt x="23" y="8"/>
                      <a:pt x="22" y="8"/>
                    </a:cubicBezTo>
                    <a:cubicBezTo>
                      <a:pt x="22" y="8"/>
                      <a:pt x="21" y="8"/>
                      <a:pt x="21" y="9"/>
                    </a:cubicBezTo>
                    <a:cubicBezTo>
                      <a:pt x="21" y="9"/>
                      <a:pt x="21" y="10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4"/>
                      <a:pt x="21" y="18"/>
                      <a:pt x="21" y="22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8" y="16"/>
                      <a:pt x="15" y="10"/>
                      <a:pt x="14" y="5"/>
                    </a:cubicBezTo>
                    <a:cubicBezTo>
                      <a:pt x="14" y="4"/>
                      <a:pt x="15" y="3"/>
                      <a:pt x="15" y="3"/>
                    </a:cubicBezTo>
                    <a:cubicBezTo>
                      <a:pt x="15" y="1"/>
                      <a:pt x="14" y="0"/>
                      <a:pt x="13" y="0"/>
                    </a:cubicBezTo>
                  </a:path>
                </a:pathLst>
              </a:custGeom>
              <a:solidFill>
                <a:srgbClr val="FFFFFF">
                  <a:alpha val="67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26F5837B-CDB9-6F46-AFD2-E75D8C79861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920750" y="4584700"/>
                <a:ext cx="192088" cy="195262"/>
              </a:xfrm>
              <a:custGeom>
                <a:avLst/>
                <a:gdLst>
                  <a:gd name="T0" fmla="*/ 17 w 60"/>
                  <a:gd name="T1" fmla="*/ 6 h 61"/>
                  <a:gd name="T2" fmla="*/ 18 w 60"/>
                  <a:gd name="T3" fmla="*/ 19 h 61"/>
                  <a:gd name="T4" fmla="*/ 17 w 60"/>
                  <a:gd name="T5" fmla="*/ 15 h 61"/>
                  <a:gd name="T6" fmla="*/ 17 w 60"/>
                  <a:gd name="T7" fmla="*/ 19 h 61"/>
                  <a:gd name="T8" fmla="*/ 26 w 60"/>
                  <a:gd name="T9" fmla="*/ 30 h 61"/>
                  <a:gd name="T10" fmla="*/ 4 w 60"/>
                  <a:gd name="T11" fmla="*/ 15 h 61"/>
                  <a:gd name="T12" fmla="*/ 6 w 60"/>
                  <a:gd name="T13" fmla="*/ 20 h 61"/>
                  <a:gd name="T14" fmla="*/ 10 w 60"/>
                  <a:gd name="T15" fmla="*/ 33 h 61"/>
                  <a:gd name="T16" fmla="*/ 6 w 60"/>
                  <a:gd name="T17" fmla="*/ 32 h 61"/>
                  <a:gd name="T18" fmla="*/ 10 w 60"/>
                  <a:gd name="T19" fmla="*/ 34 h 61"/>
                  <a:gd name="T20" fmla="*/ 26 w 60"/>
                  <a:gd name="T21" fmla="*/ 34 h 61"/>
                  <a:gd name="T22" fmla="*/ 0 w 60"/>
                  <a:gd name="T23" fmla="*/ 45 h 61"/>
                  <a:gd name="T24" fmla="*/ 6 w 60"/>
                  <a:gd name="T25" fmla="*/ 45 h 61"/>
                  <a:gd name="T26" fmla="*/ 18 w 60"/>
                  <a:gd name="T27" fmla="*/ 44 h 61"/>
                  <a:gd name="T28" fmla="*/ 16 w 60"/>
                  <a:gd name="T29" fmla="*/ 48 h 61"/>
                  <a:gd name="T30" fmla="*/ 19 w 60"/>
                  <a:gd name="T31" fmla="*/ 45 h 61"/>
                  <a:gd name="T32" fmla="*/ 22 w 60"/>
                  <a:gd name="T33" fmla="*/ 55 h 61"/>
                  <a:gd name="T34" fmla="*/ 22 w 60"/>
                  <a:gd name="T35" fmla="*/ 61 h 61"/>
                  <a:gd name="T36" fmla="*/ 29 w 60"/>
                  <a:gd name="T37" fmla="*/ 36 h 61"/>
                  <a:gd name="T38" fmla="*/ 31 w 60"/>
                  <a:gd name="T39" fmla="*/ 51 h 61"/>
                  <a:gd name="T40" fmla="*/ 35 w 60"/>
                  <a:gd name="T41" fmla="*/ 52 h 61"/>
                  <a:gd name="T42" fmla="*/ 30 w 60"/>
                  <a:gd name="T43" fmla="*/ 37 h 61"/>
                  <a:gd name="T44" fmla="*/ 43 w 60"/>
                  <a:gd name="T45" fmla="*/ 58 h 61"/>
                  <a:gd name="T46" fmla="*/ 45 w 60"/>
                  <a:gd name="T47" fmla="*/ 55 h 61"/>
                  <a:gd name="T48" fmla="*/ 33 w 60"/>
                  <a:gd name="T49" fmla="*/ 36 h 61"/>
                  <a:gd name="T50" fmla="*/ 46 w 60"/>
                  <a:gd name="T51" fmla="*/ 46 h 61"/>
                  <a:gd name="T52" fmla="*/ 46 w 60"/>
                  <a:gd name="T53" fmla="*/ 42 h 61"/>
                  <a:gd name="T54" fmla="*/ 34 w 60"/>
                  <a:gd name="T55" fmla="*/ 34 h 61"/>
                  <a:gd name="T56" fmla="*/ 57 w 60"/>
                  <a:gd name="T57" fmla="*/ 42 h 61"/>
                  <a:gd name="T58" fmla="*/ 55 w 60"/>
                  <a:gd name="T59" fmla="*/ 38 h 61"/>
                  <a:gd name="T60" fmla="*/ 49 w 60"/>
                  <a:gd name="T61" fmla="*/ 31 h 61"/>
                  <a:gd name="T62" fmla="*/ 52 w 60"/>
                  <a:gd name="T63" fmla="*/ 30 h 61"/>
                  <a:gd name="T64" fmla="*/ 48 w 60"/>
                  <a:gd name="T65" fmla="*/ 29 h 61"/>
                  <a:gd name="T66" fmla="*/ 34 w 60"/>
                  <a:gd name="T67" fmla="*/ 31 h 61"/>
                  <a:gd name="T68" fmla="*/ 56 w 60"/>
                  <a:gd name="T69" fmla="*/ 16 h 61"/>
                  <a:gd name="T70" fmla="*/ 51 w 60"/>
                  <a:gd name="T71" fmla="*/ 18 h 61"/>
                  <a:gd name="T72" fmla="*/ 44 w 60"/>
                  <a:gd name="T73" fmla="*/ 21 h 61"/>
                  <a:gd name="T74" fmla="*/ 46 w 60"/>
                  <a:gd name="T75" fmla="*/ 17 h 61"/>
                  <a:gd name="T76" fmla="*/ 43 w 60"/>
                  <a:gd name="T77" fmla="*/ 20 h 61"/>
                  <a:gd name="T78" fmla="*/ 32 w 60"/>
                  <a:gd name="T79" fmla="*/ 28 h 61"/>
                  <a:gd name="T80" fmla="*/ 40 w 60"/>
                  <a:gd name="T81" fmla="*/ 7 h 61"/>
                  <a:gd name="T82" fmla="*/ 40 w 60"/>
                  <a:gd name="T83" fmla="*/ 1 h 61"/>
                  <a:gd name="T84" fmla="*/ 30 w 60"/>
                  <a:gd name="T85" fmla="*/ 28 h 61"/>
                  <a:gd name="T86" fmla="*/ 30 w 60"/>
                  <a:gd name="T87" fmla="*/ 14 h 61"/>
                  <a:gd name="T88" fmla="*/ 30 w 60"/>
                  <a:gd name="T89" fmla="*/ 10 h 61"/>
                  <a:gd name="T90" fmla="*/ 29 w 60"/>
                  <a:gd name="T91" fmla="*/ 14 h 61"/>
                  <a:gd name="T92" fmla="*/ 18 w 60"/>
                  <a:gd name="T93" fmla="*/ 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0" h="61">
                    <a:moveTo>
                      <a:pt x="17" y="0"/>
                    </a:moveTo>
                    <a:cubicBezTo>
                      <a:pt x="15" y="0"/>
                      <a:pt x="13" y="1"/>
                      <a:pt x="13" y="3"/>
                    </a:cubicBezTo>
                    <a:cubicBezTo>
                      <a:pt x="13" y="4"/>
                      <a:pt x="15" y="6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9" y="13"/>
                      <a:pt x="22" y="20"/>
                      <a:pt x="25" y="27"/>
                    </a:cubicBezTo>
                    <a:cubicBezTo>
                      <a:pt x="23" y="24"/>
                      <a:pt x="20" y="22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7"/>
                      <a:pt x="19" y="16"/>
                      <a:pt x="18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5" y="16"/>
                      <a:pt x="15" y="17"/>
                    </a:cubicBezTo>
                    <a:cubicBezTo>
                      <a:pt x="14" y="18"/>
                      <a:pt x="15" y="19"/>
                      <a:pt x="16" y="19"/>
                    </a:cubicBezTo>
                    <a:cubicBezTo>
                      <a:pt x="16" y="19"/>
                      <a:pt x="16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20" y="23"/>
                      <a:pt x="23" y="27"/>
                      <a:pt x="26" y="30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19" y="27"/>
                      <a:pt x="12" y="23"/>
                      <a:pt x="7" y="19"/>
                    </a:cubicBezTo>
                    <a:cubicBezTo>
                      <a:pt x="7" y="19"/>
                      <a:pt x="7" y="19"/>
                      <a:pt x="7" y="18"/>
                    </a:cubicBezTo>
                    <a:cubicBezTo>
                      <a:pt x="7" y="16"/>
                      <a:pt x="6" y="15"/>
                      <a:pt x="4" y="15"/>
                    </a:cubicBezTo>
                    <a:cubicBezTo>
                      <a:pt x="2" y="15"/>
                      <a:pt x="1" y="16"/>
                      <a:pt x="1" y="18"/>
                    </a:cubicBezTo>
                    <a:cubicBezTo>
                      <a:pt x="1" y="20"/>
                      <a:pt x="2" y="21"/>
                      <a:pt x="4" y="21"/>
                    </a:cubicBezTo>
                    <a:cubicBezTo>
                      <a:pt x="5" y="21"/>
                      <a:pt x="6" y="21"/>
                      <a:pt x="6" y="20"/>
                    </a:cubicBezTo>
                    <a:cubicBezTo>
                      <a:pt x="12" y="24"/>
                      <a:pt x="19" y="28"/>
                      <a:pt x="26" y="31"/>
                    </a:cubicBezTo>
                    <a:cubicBezTo>
                      <a:pt x="25" y="31"/>
                      <a:pt x="25" y="32"/>
                      <a:pt x="25" y="32"/>
                    </a:cubicBezTo>
                    <a:cubicBezTo>
                      <a:pt x="20" y="32"/>
                      <a:pt x="15" y="32"/>
                      <a:pt x="10" y="33"/>
                    </a:cubicBezTo>
                    <a:cubicBezTo>
                      <a:pt x="10" y="32"/>
                      <a:pt x="10" y="31"/>
                      <a:pt x="9" y="31"/>
                    </a:cubicBezTo>
                    <a:cubicBezTo>
                      <a:pt x="9" y="31"/>
                      <a:pt x="8" y="31"/>
                      <a:pt x="8" y="31"/>
                    </a:cubicBezTo>
                    <a:cubicBezTo>
                      <a:pt x="7" y="31"/>
                      <a:pt x="6" y="32"/>
                      <a:pt x="6" y="32"/>
                    </a:cubicBezTo>
                    <a:cubicBezTo>
                      <a:pt x="5" y="33"/>
                      <a:pt x="6" y="35"/>
                      <a:pt x="7" y="35"/>
                    </a:cubicBezTo>
                    <a:cubicBezTo>
                      <a:pt x="7" y="35"/>
                      <a:pt x="8" y="35"/>
                      <a:pt x="8" y="35"/>
                    </a:cubicBezTo>
                    <a:cubicBezTo>
                      <a:pt x="9" y="35"/>
                      <a:pt x="10" y="35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5" y="33"/>
                      <a:pt x="20" y="33"/>
                      <a:pt x="25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9" y="37"/>
                      <a:pt x="12" y="40"/>
                      <a:pt x="5" y="43"/>
                    </a:cubicBezTo>
                    <a:cubicBezTo>
                      <a:pt x="5" y="43"/>
                      <a:pt x="4" y="42"/>
                      <a:pt x="3" y="42"/>
                    </a:cubicBezTo>
                    <a:cubicBezTo>
                      <a:pt x="2" y="42"/>
                      <a:pt x="0" y="44"/>
                      <a:pt x="0" y="45"/>
                    </a:cubicBezTo>
                    <a:cubicBezTo>
                      <a:pt x="0" y="47"/>
                      <a:pt x="2" y="48"/>
                      <a:pt x="3" y="48"/>
                    </a:cubicBezTo>
                    <a:cubicBezTo>
                      <a:pt x="5" y="48"/>
                      <a:pt x="6" y="47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12" y="41"/>
                      <a:pt x="19" y="38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3" y="38"/>
                      <a:pt x="20" y="41"/>
                      <a:pt x="18" y="44"/>
                    </a:cubicBezTo>
                    <a:cubicBezTo>
                      <a:pt x="18" y="44"/>
                      <a:pt x="17" y="44"/>
                      <a:pt x="17" y="44"/>
                    </a:cubicBezTo>
                    <a:cubicBezTo>
                      <a:pt x="16" y="44"/>
                      <a:pt x="15" y="44"/>
                      <a:pt x="15" y="45"/>
                    </a:cubicBezTo>
                    <a:cubicBezTo>
                      <a:pt x="15" y="46"/>
                      <a:pt x="15" y="47"/>
                      <a:pt x="16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8" y="48"/>
                      <a:pt x="19" y="47"/>
                      <a:pt x="19" y="47"/>
                    </a:cubicBezTo>
                    <a:cubicBezTo>
                      <a:pt x="19" y="46"/>
                      <a:pt x="19" y="45"/>
                      <a:pt x="19" y="45"/>
                    </a:cubicBezTo>
                    <a:cubicBezTo>
                      <a:pt x="21" y="41"/>
                      <a:pt x="24" y="38"/>
                      <a:pt x="27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5" y="42"/>
                      <a:pt x="23" y="49"/>
                      <a:pt x="22" y="55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1" y="55"/>
                      <a:pt x="19" y="57"/>
                      <a:pt x="19" y="58"/>
                    </a:cubicBezTo>
                    <a:cubicBezTo>
                      <a:pt x="19" y="60"/>
                      <a:pt x="21" y="61"/>
                      <a:pt x="22" y="61"/>
                    </a:cubicBezTo>
                    <a:cubicBezTo>
                      <a:pt x="24" y="61"/>
                      <a:pt x="25" y="60"/>
                      <a:pt x="25" y="58"/>
                    </a:cubicBezTo>
                    <a:cubicBezTo>
                      <a:pt x="25" y="57"/>
                      <a:pt x="25" y="56"/>
                      <a:pt x="23" y="56"/>
                    </a:cubicBezTo>
                    <a:cubicBezTo>
                      <a:pt x="25" y="49"/>
                      <a:pt x="26" y="43"/>
                      <a:pt x="29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30" y="41"/>
                      <a:pt x="31" y="46"/>
                      <a:pt x="32" y="50"/>
                    </a:cubicBezTo>
                    <a:cubicBezTo>
                      <a:pt x="32" y="50"/>
                      <a:pt x="31" y="50"/>
                      <a:pt x="31" y="51"/>
                    </a:cubicBezTo>
                    <a:cubicBezTo>
                      <a:pt x="30" y="52"/>
                      <a:pt x="31" y="53"/>
                      <a:pt x="32" y="53"/>
                    </a:cubicBezTo>
                    <a:cubicBezTo>
                      <a:pt x="32" y="53"/>
                      <a:pt x="32" y="53"/>
                      <a:pt x="33" y="53"/>
                    </a:cubicBezTo>
                    <a:cubicBezTo>
                      <a:pt x="34" y="53"/>
                      <a:pt x="34" y="53"/>
                      <a:pt x="35" y="52"/>
                    </a:cubicBezTo>
                    <a:cubicBezTo>
                      <a:pt x="35" y="51"/>
                      <a:pt x="35" y="50"/>
                      <a:pt x="34" y="50"/>
                    </a:cubicBezTo>
                    <a:cubicBezTo>
                      <a:pt x="33" y="50"/>
                      <a:pt x="33" y="50"/>
                      <a:pt x="33" y="50"/>
                    </a:cubicBezTo>
                    <a:cubicBezTo>
                      <a:pt x="32" y="46"/>
                      <a:pt x="31" y="41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4" y="43"/>
                      <a:pt x="39" y="50"/>
                      <a:pt x="43" y="55"/>
                    </a:cubicBezTo>
                    <a:cubicBezTo>
                      <a:pt x="43" y="56"/>
                      <a:pt x="43" y="57"/>
                      <a:pt x="43" y="58"/>
                    </a:cubicBezTo>
                    <a:cubicBezTo>
                      <a:pt x="43" y="59"/>
                      <a:pt x="44" y="61"/>
                      <a:pt x="45" y="61"/>
                    </a:cubicBezTo>
                    <a:cubicBezTo>
                      <a:pt x="47" y="61"/>
                      <a:pt x="48" y="59"/>
                      <a:pt x="48" y="58"/>
                    </a:cubicBezTo>
                    <a:cubicBezTo>
                      <a:pt x="48" y="56"/>
                      <a:pt x="47" y="55"/>
                      <a:pt x="45" y="55"/>
                    </a:cubicBezTo>
                    <a:cubicBezTo>
                      <a:pt x="45" y="55"/>
                      <a:pt x="45" y="55"/>
                      <a:pt x="45" y="55"/>
                    </a:cubicBezTo>
                    <a:cubicBezTo>
                      <a:pt x="40" y="49"/>
                      <a:pt x="35" y="43"/>
                      <a:pt x="32" y="36"/>
                    </a:cubicBezTo>
                    <a:cubicBezTo>
                      <a:pt x="32" y="36"/>
                      <a:pt x="32" y="36"/>
                      <a:pt x="33" y="36"/>
                    </a:cubicBezTo>
                    <a:cubicBezTo>
                      <a:pt x="36" y="39"/>
                      <a:pt x="40" y="42"/>
                      <a:pt x="45" y="43"/>
                    </a:cubicBezTo>
                    <a:cubicBezTo>
                      <a:pt x="44" y="44"/>
                      <a:pt x="45" y="45"/>
                      <a:pt x="45" y="46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7" y="46"/>
                      <a:pt x="48" y="45"/>
                      <a:pt x="48" y="45"/>
                    </a:cubicBezTo>
                    <a:cubicBezTo>
                      <a:pt x="48" y="44"/>
                      <a:pt x="48" y="43"/>
                      <a:pt x="47" y="42"/>
                    </a:cubicBezTo>
                    <a:cubicBezTo>
                      <a:pt x="47" y="42"/>
                      <a:pt x="47" y="42"/>
                      <a:pt x="46" y="42"/>
                    </a:cubicBezTo>
                    <a:cubicBezTo>
                      <a:pt x="46" y="42"/>
                      <a:pt x="45" y="42"/>
                      <a:pt x="45" y="43"/>
                    </a:cubicBezTo>
                    <a:cubicBezTo>
                      <a:pt x="41" y="41"/>
                      <a:pt x="37" y="38"/>
                      <a:pt x="33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41" y="37"/>
                      <a:pt x="48" y="38"/>
                      <a:pt x="55" y="39"/>
                    </a:cubicBezTo>
                    <a:cubicBezTo>
                      <a:pt x="55" y="39"/>
                      <a:pt x="55" y="39"/>
                      <a:pt x="55" y="39"/>
                    </a:cubicBezTo>
                    <a:cubicBezTo>
                      <a:pt x="55" y="41"/>
                      <a:pt x="56" y="42"/>
                      <a:pt x="57" y="42"/>
                    </a:cubicBezTo>
                    <a:cubicBezTo>
                      <a:pt x="59" y="42"/>
                      <a:pt x="60" y="41"/>
                      <a:pt x="60" y="39"/>
                    </a:cubicBezTo>
                    <a:cubicBezTo>
                      <a:pt x="60" y="38"/>
                      <a:pt x="59" y="36"/>
                      <a:pt x="57" y="36"/>
                    </a:cubicBezTo>
                    <a:cubicBezTo>
                      <a:pt x="56" y="36"/>
                      <a:pt x="55" y="37"/>
                      <a:pt x="55" y="38"/>
                    </a:cubicBezTo>
                    <a:cubicBezTo>
                      <a:pt x="48" y="38"/>
                      <a:pt x="41" y="36"/>
                      <a:pt x="34" y="34"/>
                    </a:cubicBezTo>
                    <a:cubicBezTo>
                      <a:pt x="34" y="33"/>
                      <a:pt x="34" y="33"/>
                      <a:pt x="34" y="33"/>
                    </a:cubicBezTo>
                    <a:cubicBezTo>
                      <a:pt x="39" y="32"/>
                      <a:pt x="44" y="32"/>
                      <a:pt x="49" y="31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50" y="31"/>
                      <a:pt x="50" y="32"/>
                      <a:pt x="50" y="32"/>
                    </a:cubicBezTo>
                    <a:cubicBezTo>
                      <a:pt x="51" y="32"/>
                      <a:pt x="52" y="31"/>
                      <a:pt x="52" y="30"/>
                    </a:cubicBezTo>
                    <a:cubicBezTo>
                      <a:pt x="53" y="29"/>
                      <a:pt x="52" y="28"/>
                      <a:pt x="51" y="28"/>
                    </a:cubicBezTo>
                    <a:cubicBezTo>
                      <a:pt x="51" y="28"/>
                      <a:pt x="51" y="28"/>
                      <a:pt x="50" y="28"/>
                    </a:cubicBezTo>
                    <a:cubicBezTo>
                      <a:pt x="50" y="28"/>
                      <a:pt x="49" y="28"/>
                      <a:pt x="48" y="29"/>
                    </a:cubicBezTo>
                    <a:cubicBezTo>
                      <a:pt x="48" y="29"/>
                      <a:pt x="48" y="30"/>
                      <a:pt x="48" y="30"/>
                    </a:cubicBezTo>
                    <a:cubicBezTo>
                      <a:pt x="44" y="31"/>
                      <a:pt x="39" y="32"/>
                      <a:pt x="34" y="32"/>
                    </a:cubicBezTo>
                    <a:cubicBezTo>
                      <a:pt x="34" y="32"/>
                      <a:pt x="34" y="31"/>
                      <a:pt x="34" y="31"/>
                    </a:cubicBezTo>
                    <a:cubicBezTo>
                      <a:pt x="41" y="27"/>
                      <a:pt x="47" y="24"/>
                      <a:pt x="52" y="19"/>
                    </a:cubicBezTo>
                    <a:cubicBezTo>
                      <a:pt x="53" y="19"/>
                      <a:pt x="53" y="19"/>
                      <a:pt x="53" y="19"/>
                    </a:cubicBezTo>
                    <a:cubicBezTo>
                      <a:pt x="55" y="19"/>
                      <a:pt x="56" y="18"/>
                      <a:pt x="56" y="16"/>
                    </a:cubicBezTo>
                    <a:cubicBezTo>
                      <a:pt x="56" y="15"/>
                      <a:pt x="55" y="14"/>
                      <a:pt x="53" y="14"/>
                    </a:cubicBezTo>
                    <a:cubicBezTo>
                      <a:pt x="52" y="14"/>
                      <a:pt x="51" y="15"/>
                      <a:pt x="51" y="16"/>
                    </a:cubicBezTo>
                    <a:cubicBezTo>
                      <a:pt x="51" y="17"/>
                      <a:pt x="51" y="17"/>
                      <a:pt x="51" y="18"/>
                    </a:cubicBezTo>
                    <a:cubicBezTo>
                      <a:pt x="46" y="22"/>
                      <a:pt x="40" y="26"/>
                      <a:pt x="34" y="29"/>
                    </a:cubicBezTo>
                    <a:cubicBezTo>
                      <a:pt x="37" y="26"/>
                      <a:pt x="41" y="24"/>
                      <a:pt x="44" y="21"/>
                    </a:cubicBezTo>
                    <a:cubicBezTo>
                      <a:pt x="44" y="21"/>
                      <a:pt x="44" y="21"/>
                      <a:pt x="44" y="21"/>
                    </a:cubicBezTo>
                    <a:cubicBezTo>
                      <a:pt x="44" y="21"/>
                      <a:pt x="44" y="21"/>
                      <a:pt x="45" y="21"/>
                    </a:cubicBezTo>
                    <a:cubicBezTo>
                      <a:pt x="46" y="21"/>
                      <a:pt x="46" y="20"/>
                      <a:pt x="47" y="20"/>
                    </a:cubicBezTo>
                    <a:cubicBezTo>
                      <a:pt x="47" y="19"/>
                      <a:pt x="47" y="18"/>
                      <a:pt x="46" y="17"/>
                    </a:cubicBezTo>
                    <a:cubicBezTo>
                      <a:pt x="46" y="17"/>
                      <a:pt x="45" y="17"/>
                      <a:pt x="45" y="17"/>
                    </a:cubicBezTo>
                    <a:cubicBezTo>
                      <a:pt x="44" y="17"/>
                      <a:pt x="43" y="17"/>
                      <a:pt x="43" y="18"/>
                    </a:cubicBezTo>
                    <a:cubicBezTo>
                      <a:pt x="43" y="19"/>
                      <a:pt x="43" y="19"/>
                      <a:pt x="43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0" y="23"/>
                      <a:pt x="36" y="26"/>
                      <a:pt x="33" y="29"/>
                    </a:cubicBezTo>
                    <a:cubicBezTo>
                      <a:pt x="32" y="29"/>
                      <a:pt x="32" y="29"/>
                      <a:pt x="32" y="28"/>
                    </a:cubicBezTo>
                    <a:cubicBezTo>
                      <a:pt x="34" y="21"/>
                      <a:pt x="37" y="14"/>
                      <a:pt x="39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1" y="7"/>
                      <a:pt x="43" y="6"/>
                      <a:pt x="43" y="5"/>
                    </a:cubicBezTo>
                    <a:cubicBezTo>
                      <a:pt x="43" y="3"/>
                      <a:pt x="42" y="2"/>
                      <a:pt x="40" y="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38" y="1"/>
                      <a:pt x="37" y="3"/>
                      <a:pt x="37" y="4"/>
                    </a:cubicBezTo>
                    <a:cubicBezTo>
                      <a:pt x="37" y="5"/>
                      <a:pt x="37" y="6"/>
                      <a:pt x="38" y="7"/>
                    </a:cubicBezTo>
                    <a:cubicBezTo>
                      <a:pt x="36" y="14"/>
                      <a:pt x="33" y="21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3"/>
                      <a:pt x="30" y="18"/>
                      <a:pt x="30" y="14"/>
                    </a:cubicBezTo>
                    <a:cubicBezTo>
                      <a:pt x="31" y="14"/>
                      <a:pt x="31" y="13"/>
                      <a:pt x="32" y="13"/>
                    </a:cubicBezTo>
                    <a:cubicBezTo>
                      <a:pt x="32" y="12"/>
                      <a:pt x="32" y="10"/>
                      <a:pt x="31" y="1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29" y="10"/>
                      <a:pt x="28" y="10"/>
                      <a:pt x="28" y="11"/>
                    </a:cubicBezTo>
                    <a:cubicBezTo>
                      <a:pt x="27" y="12"/>
                      <a:pt x="28" y="13"/>
                      <a:pt x="29" y="13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8" y="18"/>
                      <a:pt x="28" y="23"/>
                      <a:pt x="28" y="28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4" y="21"/>
                      <a:pt x="20" y="13"/>
                      <a:pt x="18" y="5"/>
                    </a:cubicBezTo>
                    <a:cubicBezTo>
                      <a:pt x="19" y="5"/>
                      <a:pt x="20" y="4"/>
                      <a:pt x="20" y="3"/>
                    </a:cubicBezTo>
                    <a:cubicBezTo>
                      <a:pt x="20" y="1"/>
                      <a:pt x="18" y="0"/>
                      <a:pt x="17" y="0"/>
                    </a:cubicBezTo>
                  </a:path>
                </a:pathLst>
              </a:custGeom>
              <a:solidFill>
                <a:srgbClr val="FFFFFF">
                  <a:alpha val="74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5">
                <a:extLst>
                  <a:ext uri="{FF2B5EF4-FFF2-40B4-BE49-F238E27FC236}">
                    <a16:creationId xmlns:a16="http://schemas.microsoft.com/office/drawing/2014/main" id="{5E5D0CC2-0463-9343-ABA0-AAEB7C5BDD7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167188" y="6911975"/>
                <a:ext cx="412750" cy="409575"/>
              </a:xfrm>
              <a:custGeom>
                <a:avLst/>
                <a:gdLst>
                  <a:gd name="T0" fmla="*/ 69 w 129"/>
                  <a:gd name="T1" fmla="*/ 6 h 128"/>
                  <a:gd name="T2" fmla="*/ 67 w 129"/>
                  <a:gd name="T3" fmla="*/ 55 h 128"/>
                  <a:gd name="T4" fmla="*/ 58 w 129"/>
                  <a:gd name="T5" fmla="*/ 18 h 128"/>
                  <a:gd name="T6" fmla="*/ 56 w 129"/>
                  <a:gd name="T7" fmla="*/ 26 h 128"/>
                  <a:gd name="T8" fmla="*/ 65 w 129"/>
                  <a:gd name="T9" fmla="*/ 55 h 128"/>
                  <a:gd name="T10" fmla="*/ 35 w 129"/>
                  <a:gd name="T11" fmla="*/ 18 h 128"/>
                  <a:gd name="T12" fmla="*/ 23 w 129"/>
                  <a:gd name="T13" fmla="*/ 19 h 128"/>
                  <a:gd name="T14" fmla="*/ 32 w 129"/>
                  <a:gd name="T15" fmla="*/ 23 h 128"/>
                  <a:gd name="T16" fmla="*/ 39 w 129"/>
                  <a:gd name="T17" fmla="*/ 38 h 128"/>
                  <a:gd name="T18" fmla="*/ 32 w 129"/>
                  <a:gd name="T19" fmla="*/ 34 h 128"/>
                  <a:gd name="T20" fmla="*/ 38 w 129"/>
                  <a:gd name="T21" fmla="*/ 39 h 128"/>
                  <a:gd name="T22" fmla="*/ 58 w 129"/>
                  <a:gd name="T23" fmla="*/ 62 h 128"/>
                  <a:gd name="T24" fmla="*/ 6 w 129"/>
                  <a:gd name="T25" fmla="*/ 43 h 128"/>
                  <a:gd name="T26" fmla="*/ 6 w 129"/>
                  <a:gd name="T27" fmla="*/ 55 h 128"/>
                  <a:gd name="T28" fmla="*/ 58 w 129"/>
                  <a:gd name="T29" fmla="*/ 64 h 128"/>
                  <a:gd name="T30" fmla="*/ 33 w 129"/>
                  <a:gd name="T31" fmla="*/ 68 h 128"/>
                  <a:gd name="T32" fmla="*/ 24 w 129"/>
                  <a:gd name="T33" fmla="*/ 64 h 128"/>
                  <a:gd name="T34" fmla="*/ 24 w 129"/>
                  <a:gd name="T35" fmla="*/ 73 h 128"/>
                  <a:gd name="T36" fmla="*/ 34 w 129"/>
                  <a:gd name="T37" fmla="*/ 70 h 128"/>
                  <a:gd name="T38" fmla="*/ 13 w 129"/>
                  <a:gd name="T39" fmla="*/ 95 h 128"/>
                  <a:gd name="T40" fmla="*/ 1 w 129"/>
                  <a:gd name="T41" fmla="*/ 99 h 128"/>
                  <a:gd name="T42" fmla="*/ 14 w 129"/>
                  <a:gd name="T43" fmla="*/ 98 h 128"/>
                  <a:gd name="T44" fmla="*/ 41 w 129"/>
                  <a:gd name="T45" fmla="*/ 91 h 128"/>
                  <a:gd name="T46" fmla="*/ 35 w 129"/>
                  <a:gd name="T47" fmla="*/ 93 h 128"/>
                  <a:gd name="T48" fmla="*/ 43 w 129"/>
                  <a:gd name="T49" fmla="*/ 96 h 128"/>
                  <a:gd name="T50" fmla="*/ 63 w 129"/>
                  <a:gd name="T51" fmla="*/ 73 h 128"/>
                  <a:gd name="T52" fmla="*/ 42 w 129"/>
                  <a:gd name="T53" fmla="*/ 115 h 128"/>
                  <a:gd name="T54" fmla="*/ 44 w 129"/>
                  <a:gd name="T55" fmla="*/ 128 h 128"/>
                  <a:gd name="T56" fmla="*/ 65 w 129"/>
                  <a:gd name="T57" fmla="*/ 73 h 128"/>
                  <a:gd name="T58" fmla="*/ 72 w 129"/>
                  <a:gd name="T59" fmla="*/ 105 h 128"/>
                  <a:gd name="T60" fmla="*/ 73 w 129"/>
                  <a:gd name="T61" fmla="*/ 115 h 128"/>
                  <a:gd name="T62" fmla="*/ 73 w 129"/>
                  <a:gd name="T63" fmla="*/ 105 h 128"/>
                  <a:gd name="T64" fmla="*/ 95 w 129"/>
                  <a:gd name="T65" fmla="*/ 113 h 128"/>
                  <a:gd name="T66" fmla="*/ 100 w 129"/>
                  <a:gd name="T67" fmla="*/ 123 h 128"/>
                  <a:gd name="T68" fmla="*/ 98 w 129"/>
                  <a:gd name="T69" fmla="*/ 112 h 128"/>
                  <a:gd name="T70" fmla="*/ 73 w 129"/>
                  <a:gd name="T71" fmla="*/ 71 h 128"/>
                  <a:gd name="T72" fmla="*/ 98 w 129"/>
                  <a:gd name="T73" fmla="*/ 93 h 128"/>
                  <a:gd name="T74" fmla="*/ 97 w 129"/>
                  <a:gd name="T75" fmla="*/ 83 h 128"/>
                  <a:gd name="T76" fmla="*/ 75 w 129"/>
                  <a:gd name="T77" fmla="*/ 68 h 128"/>
                  <a:gd name="T78" fmla="*/ 123 w 129"/>
                  <a:gd name="T79" fmla="*/ 81 h 128"/>
                  <a:gd name="T80" fmla="*/ 123 w 129"/>
                  <a:gd name="T81" fmla="*/ 68 h 128"/>
                  <a:gd name="T82" fmla="*/ 75 w 129"/>
                  <a:gd name="T83" fmla="*/ 66 h 128"/>
                  <a:gd name="T84" fmla="*/ 105 w 129"/>
                  <a:gd name="T85" fmla="*/ 58 h 128"/>
                  <a:gd name="T86" fmla="*/ 107 w 129"/>
                  <a:gd name="T87" fmla="*/ 50 h 128"/>
                  <a:gd name="T88" fmla="*/ 102 w 129"/>
                  <a:gd name="T89" fmla="*/ 53 h 128"/>
                  <a:gd name="T90" fmla="*/ 112 w 129"/>
                  <a:gd name="T91" fmla="*/ 31 h 128"/>
                  <a:gd name="T92" fmla="*/ 122 w 129"/>
                  <a:gd name="T93" fmla="*/ 26 h 128"/>
                  <a:gd name="T94" fmla="*/ 110 w 129"/>
                  <a:gd name="T95" fmla="*/ 27 h 128"/>
                  <a:gd name="T96" fmla="*/ 73 w 129"/>
                  <a:gd name="T97" fmla="*/ 58 h 128"/>
                  <a:gd name="T98" fmla="*/ 91 w 129"/>
                  <a:gd name="T99" fmla="*/ 29 h 128"/>
                  <a:gd name="T100" fmla="*/ 84 w 129"/>
                  <a:gd name="T101" fmla="*/ 26 h 128"/>
                  <a:gd name="T102" fmla="*/ 70 w 129"/>
                  <a:gd name="T103" fmla="*/ 55 h 128"/>
                  <a:gd name="T104" fmla="*/ 81 w 129"/>
                  <a:gd name="T105" fmla="*/ 5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9" h="128">
                    <a:moveTo>
                      <a:pt x="75" y="0"/>
                    </a:moveTo>
                    <a:cubicBezTo>
                      <a:pt x="75" y="0"/>
                      <a:pt x="75" y="0"/>
                      <a:pt x="74" y="0"/>
                    </a:cubicBezTo>
                    <a:cubicBezTo>
                      <a:pt x="71" y="0"/>
                      <a:pt x="69" y="3"/>
                      <a:pt x="69" y="6"/>
                    </a:cubicBezTo>
                    <a:cubicBezTo>
                      <a:pt x="69" y="8"/>
                      <a:pt x="71" y="10"/>
                      <a:pt x="74" y="11"/>
                    </a:cubicBezTo>
                    <a:cubicBezTo>
                      <a:pt x="74" y="25"/>
                      <a:pt x="72" y="40"/>
                      <a:pt x="69" y="55"/>
                    </a:cubicBezTo>
                    <a:cubicBezTo>
                      <a:pt x="68" y="55"/>
                      <a:pt x="67" y="55"/>
                      <a:pt x="67" y="55"/>
                    </a:cubicBezTo>
                    <a:cubicBezTo>
                      <a:pt x="65" y="45"/>
                      <a:pt x="63" y="35"/>
                      <a:pt x="59" y="26"/>
                    </a:cubicBezTo>
                    <a:cubicBezTo>
                      <a:pt x="60" y="25"/>
                      <a:pt x="60" y="25"/>
                      <a:pt x="61" y="24"/>
                    </a:cubicBezTo>
                    <a:cubicBezTo>
                      <a:pt x="61" y="22"/>
                      <a:pt x="60" y="19"/>
                      <a:pt x="58" y="18"/>
                    </a:cubicBezTo>
                    <a:cubicBezTo>
                      <a:pt x="58" y="18"/>
                      <a:pt x="57" y="18"/>
                      <a:pt x="57" y="18"/>
                    </a:cubicBezTo>
                    <a:cubicBezTo>
                      <a:pt x="55" y="18"/>
                      <a:pt x="54" y="19"/>
                      <a:pt x="53" y="21"/>
                    </a:cubicBezTo>
                    <a:cubicBezTo>
                      <a:pt x="53" y="23"/>
                      <a:pt x="54" y="26"/>
                      <a:pt x="56" y="26"/>
                    </a:cubicBezTo>
                    <a:cubicBezTo>
                      <a:pt x="56" y="27"/>
                      <a:pt x="57" y="27"/>
                      <a:pt x="57" y="27"/>
                    </a:cubicBezTo>
                    <a:cubicBezTo>
                      <a:pt x="57" y="27"/>
                      <a:pt x="58" y="27"/>
                      <a:pt x="58" y="26"/>
                    </a:cubicBezTo>
                    <a:cubicBezTo>
                      <a:pt x="62" y="35"/>
                      <a:pt x="64" y="45"/>
                      <a:pt x="65" y="55"/>
                    </a:cubicBezTo>
                    <a:cubicBezTo>
                      <a:pt x="64" y="55"/>
                      <a:pt x="63" y="55"/>
                      <a:pt x="63" y="56"/>
                    </a:cubicBezTo>
                    <a:cubicBezTo>
                      <a:pt x="54" y="43"/>
                      <a:pt x="45" y="31"/>
                      <a:pt x="34" y="21"/>
                    </a:cubicBezTo>
                    <a:cubicBezTo>
                      <a:pt x="35" y="20"/>
                      <a:pt x="35" y="19"/>
                      <a:pt x="35" y="18"/>
                    </a:cubicBezTo>
                    <a:cubicBezTo>
                      <a:pt x="34" y="15"/>
                      <a:pt x="32" y="13"/>
                      <a:pt x="29" y="13"/>
                    </a:cubicBezTo>
                    <a:cubicBezTo>
                      <a:pt x="29" y="13"/>
                      <a:pt x="28" y="13"/>
                      <a:pt x="28" y="13"/>
                    </a:cubicBezTo>
                    <a:cubicBezTo>
                      <a:pt x="25" y="13"/>
                      <a:pt x="22" y="16"/>
                      <a:pt x="23" y="19"/>
                    </a:cubicBezTo>
                    <a:cubicBezTo>
                      <a:pt x="23" y="22"/>
                      <a:pt x="26" y="24"/>
                      <a:pt x="29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30" y="24"/>
                      <a:pt x="31" y="24"/>
                      <a:pt x="32" y="23"/>
                    </a:cubicBezTo>
                    <a:cubicBezTo>
                      <a:pt x="43" y="33"/>
                      <a:pt x="52" y="44"/>
                      <a:pt x="60" y="56"/>
                    </a:cubicBezTo>
                    <a:cubicBezTo>
                      <a:pt x="53" y="50"/>
                      <a:pt x="46" y="44"/>
                      <a:pt x="39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0" y="36"/>
                      <a:pt x="39" y="33"/>
                      <a:pt x="37" y="32"/>
                    </a:cubicBezTo>
                    <a:cubicBezTo>
                      <a:pt x="37" y="32"/>
                      <a:pt x="36" y="32"/>
                      <a:pt x="36" y="32"/>
                    </a:cubicBezTo>
                    <a:cubicBezTo>
                      <a:pt x="34" y="32"/>
                      <a:pt x="33" y="33"/>
                      <a:pt x="32" y="34"/>
                    </a:cubicBezTo>
                    <a:cubicBezTo>
                      <a:pt x="31" y="36"/>
                      <a:pt x="32" y="39"/>
                      <a:pt x="34" y="40"/>
                    </a:cubicBezTo>
                    <a:cubicBezTo>
                      <a:pt x="35" y="40"/>
                      <a:pt x="35" y="40"/>
                      <a:pt x="36" y="40"/>
                    </a:cubicBezTo>
                    <a:cubicBezTo>
                      <a:pt x="37" y="40"/>
                      <a:pt x="37" y="40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45" y="46"/>
                      <a:pt x="52" y="52"/>
                      <a:pt x="59" y="59"/>
                    </a:cubicBezTo>
                    <a:cubicBezTo>
                      <a:pt x="59" y="60"/>
                      <a:pt x="59" y="61"/>
                      <a:pt x="58" y="62"/>
                    </a:cubicBezTo>
                    <a:cubicBezTo>
                      <a:pt x="43" y="57"/>
                      <a:pt x="28" y="53"/>
                      <a:pt x="12" y="50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2" y="46"/>
                      <a:pt x="10" y="43"/>
                      <a:pt x="6" y="43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3" y="43"/>
                      <a:pt x="0" y="46"/>
                      <a:pt x="0" y="49"/>
                    </a:cubicBezTo>
                    <a:cubicBezTo>
                      <a:pt x="0" y="53"/>
                      <a:pt x="3" y="55"/>
                      <a:pt x="6" y="55"/>
                    </a:cubicBezTo>
                    <a:cubicBezTo>
                      <a:pt x="6" y="55"/>
                      <a:pt x="6" y="55"/>
                      <a:pt x="6" y="55"/>
                    </a:cubicBezTo>
                    <a:cubicBezTo>
                      <a:pt x="9" y="55"/>
                      <a:pt x="11" y="54"/>
                      <a:pt x="12" y="52"/>
                    </a:cubicBezTo>
                    <a:cubicBezTo>
                      <a:pt x="27" y="55"/>
                      <a:pt x="43" y="60"/>
                      <a:pt x="58" y="64"/>
                    </a:cubicBezTo>
                    <a:cubicBezTo>
                      <a:pt x="58" y="65"/>
                      <a:pt x="58" y="65"/>
                      <a:pt x="58" y="65"/>
                    </a:cubicBezTo>
                    <a:cubicBezTo>
                      <a:pt x="58" y="66"/>
                      <a:pt x="58" y="66"/>
                      <a:pt x="58" y="66"/>
                    </a:cubicBezTo>
                    <a:cubicBezTo>
                      <a:pt x="50" y="67"/>
                      <a:pt x="41" y="68"/>
                      <a:pt x="33" y="68"/>
                    </a:cubicBezTo>
                    <a:cubicBezTo>
                      <a:pt x="32" y="68"/>
                      <a:pt x="30" y="68"/>
                      <a:pt x="28" y="68"/>
                    </a:cubicBezTo>
                    <a:cubicBezTo>
                      <a:pt x="27" y="66"/>
                      <a:pt x="27" y="65"/>
                      <a:pt x="25" y="64"/>
                    </a:cubicBezTo>
                    <a:cubicBezTo>
                      <a:pt x="25" y="64"/>
                      <a:pt x="24" y="64"/>
                      <a:pt x="24" y="64"/>
                    </a:cubicBezTo>
                    <a:cubicBezTo>
                      <a:pt x="22" y="64"/>
                      <a:pt x="21" y="65"/>
                      <a:pt x="20" y="67"/>
                    </a:cubicBezTo>
                    <a:cubicBezTo>
                      <a:pt x="19" y="70"/>
                      <a:pt x="20" y="72"/>
                      <a:pt x="23" y="73"/>
                    </a:cubicBezTo>
                    <a:cubicBezTo>
                      <a:pt x="23" y="73"/>
                      <a:pt x="24" y="73"/>
                      <a:pt x="24" y="73"/>
                    </a:cubicBezTo>
                    <a:cubicBezTo>
                      <a:pt x="26" y="73"/>
                      <a:pt x="27" y="72"/>
                      <a:pt x="28" y="70"/>
                    </a:cubicBezTo>
                    <a:cubicBezTo>
                      <a:pt x="28" y="70"/>
                      <a:pt x="28" y="70"/>
                      <a:pt x="28" y="70"/>
                    </a:cubicBezTo>
                    <a:cubicBezTo>
                      <a:pt x="30" y="70"/>
                      <a:pt x="32" y="70"/>
                      <a:pt x="34" y="70"/>
                    </a:cubicBezTo>
                    <a:cubicBezTo>
                      <a:pt x="42" y="70"/>
                      <a:pt x="50" y="70"/>
                      <a:pt x="59" y="68"/>
                    </a:cubicBezTo>
                    <a:cubicBezTo>
                      <a:pt x="59" y="69"/>
                      <a:pt x="60" y="69"/>
                      <a:pt x="60" y="70"/>
                    </a:cubicBezTo>
                    <a:cubicBezTo>
                      <a:pt x="44" y="80"/>
                      <a:pt x="28" y="88"/>
                      <a:pt x="13" y="95"/>
                    </a:cubicBezTo>
                    <a:cubicBezTo>
                      <a:pt x="12" y="93"/>
                      <a:pt x="10" y="92"/>
                      <a:pt x="8" y="92"/>
                    </a:cubicBezTo>
                    <a:cubicBezTo>
                      <a:pt x="8" y="92"/>
                      <a:pt x="7" y="92"/>
                      <a:pt x="7" y="92"/>
                    </a:cubicBezTo>
                    <a:cubicBezTo>
                      <a:pt x="4" y="92"/>
                      <a:pt x="1" y="96"/>
                      <a:pt x="1" y="99"/>
                    </a:cubicBezTo>
                    <a:cubicBezTo>
                      <a:pt x="2" y="102"/>
                      <a:pt x="5" y="105"/>
                      <a:pt x="8" y="105"/>
                    </a:cubicBezTo>
                    <a:cubicBezTo>
                      <a:pt x="8" y="105"/>
                      <a:pt x="8" y="105"/>
                      <a:pt x="8" y="105"/>
                    </a:cubicBezTo>
                    <a:cubicBezTo>
                      <a:pt x="12" y="104"/>
                      <a:pt x="14" y="101"/>
                      <a:pt x="14" y="98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28" y="91"/>
                      <a:pt x="43" y="84"/>
                      <a:pt x="57" y="75"/>
                    </a:cubicBezTo>
                    <a:cubicBezTo>
                      <a:pt x="52" y="81"/>
                      <a:pt x="46" y="86"/>
                      <a:pt x="41" y="91"/>
                    </a:cubicBezTo>
                    <a:cubicBezTo>
                      <a:pt x="40" y="91"/>
                      <a:pt x="40" y="90"/>
                      <a:pt x="40" y="90"/>
                    </a:cubicBezTo>
                    <a:cubicBezTo>
                      <a:pt x="39" y="90"/>
                      <a:pt x="39" y="90"/>
                      <a:pt x="38" y="90"/>
                    </a:cubicBezTo>
                    <a:cubicBezTo>
                      <a:pt x="37" y="90"/>
                      <a:pt x="35" y="91"/>
                      <a:pt x="35" y="93"/>
                    </a:cubicBezTo>
                    <a:cubicBezTo>
                      <a:pt x="34" y="95"/>
                      <a:pt x="35" y="98"/>
                      <a:pt x="37" y="99"/>
                    </a:cubicBezTo>
                    <a:cubicBezTo>
                      <a:pt x="38" y="99"/>
                      <a:pt x="38" y="99"/>
                      <a:pt x="39" y="99"/>
                    </a:cubicBezTo>
                    <a:cubicBezTo>
                      <a:pt x="40" y="99"/>
                      <a:pt x="42" y="98"/>
                      <a:pt x="43" y="96"/>
                    </a:cubicBezTo>
                    <a:cubicBezTo>
                      <a:pt x="43" y="95"/>
                      <a:pt x="43" y="94"/>
                      <a:pt x="42" y="93"/>
                    </a:cubicBezTo>
                    <a:cubicBezTo>
                      <a:pt x="49" y="87"/>
                      <a:pt x="56" y="80"/>
                      <a:pt x="63" y="72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58" y="88"/>
                      <a:pt x="52" y="102"/>
                      <a:pt x="45" y="115"/>
                    </a:cubicBezTo>
                    <a:cubicBezTo>
                      <a:pt x="44" y="115"/>
                      <a:pt x="44" y="115"/>
                      <a:pt x="43" y="115"/>
                    </a:cubicBezTo>
                    <a:cubicBezTo>
                      <a:pt x="43" y="115"/>
                      <a:pt x="42" y="115"/>
                      <a:pt x="42" y="115"/>
                    </a:cubicBezTo>
                    <a:cubicBezTo>
                      <a:pt x="39" y="115"/>
                      <a:pt x="36" y="118"/>
                      <a:pt x="36" y="122"/>
                    </a:cubicBezTo>
                    <a:cubicBezTo>
                      <a:pt x="37" y="125"/>
                      <a:pt x="40" y="128"/>
                      <a:pt x="43" y="128"/>
                    </a:cubicBezTo>
                    <a:cubicBezTo>
                      <a:pt x="43" y="128"/>
                      <a:pt x="43" y="128"/>
                      <a:pt x="44" y="128"/>
                    </a:cubicBezTo>
                    <a:cubicBezTo>
                      <a:pt x="47" y="127"/>
                      <a:pt x="50" y="124"/>
                      <a:pt x="49" y="121"/>
                    </a:cubicBezTo>
                    <a:cubicBezTo>
                      <a:pt x="49" y="119"/>
                      <a:pt x="48" y="117"/>
                      <a:pt x="47" y="116"/>
                    </a:cubicBezTo>
                    <a:cubicBezTo>
                      <a:pt x="54" y="103"/>
                      <a:pt x="60" y="89"/>
                      <a:pt x="65" y="73"/>
                    </a:cubicBezTo>
                    <a:cubicBezTo>
                      <a:pt x="66" y="74"/>
                      <a:pt x="66" y="74"/>
                      <a:pt x="67" y="74"/>
                    </a:cubicBezTo>
                    <a:cubicBezTo>
                      <a:pt x="67" y="74"/>
                      <a:pt x="67" y="74"/>
                      <a:pt x="68" y="74"/>
                    </a:cubicBezTo>
                    <a:cubicBezTo>
                      <a:pt x="69" y="84"/>
                      <a:pt x="70" y="95"/>
                      <a:pt x="72" y="105"/>
                    </a:cubicBezTo>
                    <a:cubicBezTo>
                      <a:pt x="70" y="106"/>
                      <a:pt x="69" y="107"/>
                      <a:pt x="69" y="108"/>
                    </a:cubicBezTo>
                    <a:cubicBezTo>
                      <a:pt x="68" y="111"/>
                      <a:pt x="69" y="113"/>
                      <a:pt x="72" y="114"/>
                    </a:cubicBezTo>
                    <a:cubicBezTo>
                      <a:pt x="72" y="114"/>
                      <a:pt x="73" y="115"/>
                      <a:pt x="73" y="115"/>
                    </a:cubicBezTo>
                    <a:cubicBezTo>
                      <a:pt x="75" y="115"/>
                      <a:pt x="77" y="113"/>
                      <a:pt x="77" y="111"/>
                    </a:cubicBezTo>
                    <a:cubicBezTo>
                      <a:pt x="78" y="109"/>
                      <a:pt x="77" y="106"/>
                      <a:pt x="74" y="105"/>
                    </a:cubicBezTo>
                    <a:cubicBezTo>
                      <a:pt x="74" y="105"/>
                      <a:pt x="74" y="105"/>
                      <a:pt x="73" y="105"/>
                    </a:cubicBezTo>
                    <a:cubicBezTo>
                      <a:pt x="71" y="95"/>
                      <a:pt x="70" y="84"/>
                      <a:pt x="69" y="73"/>
                    </a:cubicBezTo>
                    <a:cubicBezTo>
                      <a:pt x="69" y="73"/>
                      <a:pt x="70" y="73"/>
                      <a:pt x="70" y="73"/>
                    </a:cubicBezTo>
                    <a:cubicBezTo>
                      <a:pt x="78" y="87"/>
                      <a:pt x="86" y="100"/>
                      <a:pt x="95" y="113"/>
                    </a:cubicBezTo>
                    <a:cubicBezTo>
                      <a:pt x="94" y="114"/>
                      <a:pt x="93" y="116"/>
                      <a:pt x="93" y="118"/>
                    </a:cubicBezTo>
                    <a:cubicBezTo>
                      <a:pt x="94" y="121"/>
                      <a:pt x="96" y="123"/>
                      <a:pt x="99" y="123"/>
                    </a:cubicBezTo>
                    <a:cubicBezTo>
                      <a:pt x="99" y="123"/>
                      <a:pt x="99" y="123"/>
                      <a:pt x="100" y="123"/>
                    </a:cubicBezTo>
                    <a:cubicBezTo>
                      <a:pt x="103" y="123"/>
                      <a:pt x="105" y="120"/>
                      <a:pt x="105" y="117"/>
                    </a:cubicBezTo>
                    <a:cubicBezTo>
                      <a:pt x="104" y="114"/>
                      <a:pt x="102" y="111"/>
                      <a:pt x="99" y="111"/>
                    </a:cubicBezTo>
                    <a:cubicBezTo>
                      <a:pt x="99" y="111"/>
                      <a:pt x="99" y="111"/>
                      <a:pt x="98" y="112"/>
                    </a:cubicBezTo>
                    <a:cubicBezTo>
                      <a:pt x="98" y="112"/>
                      <a:pt x="98" y="112"/>
                      <a:pt x="98" y="112"/>
                    </a:cubicBezTo>
                    <a:cubicBezTo>
                      <a:pt x="89" y="99"/>
                      <a:pt x="81" y="85"/>
                      <a:pt x="73" y="71"/>
                    </a:cubicBezTo>
                    <a:cubicBezTo>
                      <a:pt x="73" y="71"/>
                      <a:pt x="73" y="71"/>
                      <a:pt x="73" y="71"/>
                    </a:cubicBezTo>
                    <a:cubicBezTo>
                      <a:pt x="79" y="77"/>
                      <a:pt x="86" y="82"/>
                      <a:pt x="94" y="87"/>
                    </a:cubicBezTo>
                    <a:cubicBezTo>
                      <a:pt x="93" y="89"/>
                      <a:pt x="94" y="92"/>
                      <a:pt x="96" y="92"/>
                    </a:cubicBezTo>
                    <a:cubicBezTo>
                      <a:pt x="97" y="93"/>
                      <a:pt x="97" y="93"/>
                      <a:pt x="98" y="93"/>
                    </a:cubicBezTo>
                    <a:cubicBezTo>
                      <a:pt x="99" y="93"/>
                      <a:pt x="101" y="91"/>
                      <a:pt x="101" y="89"/>
                    </a:cubicBezTo>
                    <a:cubicBezTo>
                      <a:pt x="102" y="87"/>
                      <a:pt x="101" y="84"/>
                      <a:pt x="99" y="84"/>
                    </a:cubicBezTo>
                    <a:cubicBezTo>
                      <a:pt x="98" y="83"/>
                      <a:pt x="98" y="83"/>
                      <a:pt x="97" y="83"/>
                    </a:cubicBezTo>
                    <a:cubicBezTo>
                      <a:pt x="96" y="83"/>
                      <a:pt x="95" y="84"/>
                      <a:pt x="95" y="85"/>
                    </a:cubicBezTo>
                    <a:cubicBezTo>
                      <a:pt x="87" y="80"/>
                      <a:pt x="81" y="75"/>
                      <a:pt x="74" y="70"/>
                    </a:cubicBezTo>
                    <a:cubicBezTo>
                      <a:pt x="74" y="69"/>
                      <a:pt x="75" y="69"/>
                      <a:pt x="75" y="68"/>
                    </a:cubicBezTo>
                    <a:cubicBezTo>
                      <a:pt x="88" y="72"/>
                      <a:pt x="102" y="74"/>
                      <a:pt x="116" y="75"/>
                    </a:cubicBezTo>
                    <a:cubicBezTo>
                      <a:pt x="116" y="75"/>
                      <a:pt x="116" y="75"/>
                      <a:pt x="116" y="75"/>
                    </a:cubicBezTo>
                    <a:cubicBezTo>
                      <a:pt x="117" y="79"/>
                      <a:pt x="119" y="81"/>
                      <a:pt x="123" y="81"/>
                    </a:cubicBezTo>
                    <a:cubicBezTo>
                      <a:pt x="123" y="81"/>
                      <a:pt x="123" y="81"/>
                      <a:pt x="123" y="81"/>
                    </a:cubicBezTo>
                    <a:cubicBezTo>
                      <a:pt x="127" y="81"/>
                      <a:pt x="129" y="78"/>
                      <a:pt x="129" y="74"/>
                    </a:cubicBezTo>
                    <a:cubicBezTo>
                      <a:pt x="129" y="71"/>
                      <a:pt x="126" y="68"/>
                      <a:pt x="123" y="68"/>
                    </a:cubicBezTo>
                    <a:cubicBezTo>
                      <a:pt x="122" y="68"/>
                      <a:pt x="122" y="68"/>
                      <a:pt x="122" y="68"/>
                    </a:cubicBezTo>
                    <a:cubicBezTo>
                      <a:pt x="119" y="69"/>
                      <a:pt x="117" y="70"/>
                      <a:pt x="117" y="73"/>
                    </a:cubicBezTo>
                    <a:cubicBezTo>
                      <a:pt x="103" y="72"/>
                      <a:pt x="89" y="69"/>
                      <a:pt x="75" y="66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85" y="63"/>
                      <a:pt x="94" y="60"/>
                      <a:pt x="103" y="56"/>
                    </a:cubicBezTo>
                    <a:cubicBezTo>
                      <a:pt x="103" y="57"/>
                      <a:pt x="104" y="58"/>
                      <a:pt x="105" y="58"/>
                    </a:cubicBezTo>
                    <a:cubicBezTo>
                      <a:pt x="105" y="58"/>
                      <a:pt x="106" y="58"/>
                      <a:pt x="106" y="58"/>
                    </a:cubicBezTo>
                    <a:cubicBezTo>
                      <a:pt x="108" y="58"/>
                      <a:pt x="109" y="57"/>
                      <a:pt x="110" y="56"/>
                    </a:cubicBezTo>
                    <a:cubicBezTo>
                      <a:pt x="111" y="53"/>
                      <a:pt x="109" y="51"/>
                      <a:pt x="107" y="50"/>
                    </a:cubicBezTo>
                    <a:cubicBezTo>
                      <a:pt x="107" y="50"/>
                      <a:pt x="106" y="50"/>
                      <a:pt x="106" y="50"/>
                    </a:cubicBezTo>
                    <a:cubicBezTo>
                      <a:pt x="104" y="50"/>
                      <a:pt x="103" y="51"/>
                      <a:pt x="102" y="53"/>
                    </a:cubicBezTo>
                    <a:cubicBezTo>
                      <a:pt x="102" y="53"/>
                      <a:pt x="102" y="53"/>
                      <a:pt x="102" y="53"/>
                    </a:cubicBezTo>
                    <a:cubicBezTo>
                      <a:pt x="94" y="57"/>
                      <a:pt x="85" y="60"/>
                      <a:pt x="75" y="63"/>
                    </a:cubicBezTo>
                    <a:cubicBezTo>
                      <a:pt x="75" y="62"/>
                      <a:pt x="75" y="62"/>
                      <a:pt x="75" y="62"/>
                    </a:cubicBezTo>
                    <a:cubicBezTo>
                      <a:pt x="89" y="53"/>
                      <a:pt x="101" y="42"/>
                      <a:pt x="112" y="31"/>
                    </a:cubicBezTo>
                    <a:cubicBezTo>
                      <a:pt x="113" y="32"/>
                      <a:pt x="114" y="32"/>
                      <a:pt x="116" y="32"/>
                    </a:cubicBezTo>
                    <a:cubicBezTo>
                      <a:pt x="116" y="32"/>
                      <a:pt x="116" y="32"/>
                      <a:pt x="117" y="32"/>
                    </a:cubicBezTo>
                    <a:cubicBezTo>
                      <a:pt x="120" y="32"/>
                      <a:pt x="123" y="29"/>
                      <a:pt x="122" y="26"/>
                    </a:cubicBezTo>
                    <a:cubicBezTo>
                      <a:pt x="122" y="23"/>
                      <a:pt x="119" y="20"/>
                      <a:pt x="116" y="20"/>
                    </a:cubicBezTo>
                    <a:cubicBezTo>
                      <a:pt x="116" y="20"/>
                      <a:pt x="116" y="20"/>
                      <a:pt x="115" y="20"/>
                    </a:cubicBezTo>
                    <a:cubicBezTo>
                      <a:pt x="112" y="21"/>
                      <a:pt x="109" y="24"/>
                      <a:pt x="110" y="27"/>
                    </a:cubicBezTo>
                    <a:cubicBezTo>
                      <a:pt x="110" y="28"/>
                      <a:pt x="110" y="28"/>
                      <a:pt x="110" y="29"/>
                    </a:cubicBezTo>
                    <a:cubicBezTo>
                      <a:pt x="100" y="40"/>
                      <a:pt x="88" y="50"/>
                      <a:pt x="75" y="60"/>
                    </a:cubicBezTo>
                    <a:cubicBezTo>
                      <a:pt x="74" y="59"/>
                      <a:pt x="74" y="59"/>
                      <a:pt x="73" y="58"/>
                    </a:cubicBezTo>
                    <a:cubicBezTo>
                      <a:pt x="79" y="49"/>
                      <a:pt x="84" y="40"/>
                      <a:pt x="87" y="31"/>
                    </a:cubicBezTo>
                    <a:cubicBezTo>
                      <a:pt x="87" y="32"/>
                      <a:pt x="87" y="32"/>
                      <a:pt x="88" y="32"/>
                    </a:cubicBezTo>
                    <a:cubicBezTo>
                      <a:pt x="89" y="32"/>
                      <a:pt x="91" y="31"/>
                      <a:pt x="91" y="29"/>
                    </a:cubicBezTo>
                    <a:cubicBezTo>
                      <a:pt x="92" y="27"/>
                      <a:pt x="91" y="25"/>
                      <a:pt x="89" y="24"/>
                    </a:cubicBezTo>
                    <a:cubicBezTo>
                      <a:pt x="88" y="24"/>
                      <a:pt x="88" y="24"/>
                      <a:pt x="87" y="24"/>
                    </a:cubicBezTo>
                    <a:cubicBezTo>
                      <a:pt x="86" y="24"/>
                      <a:pt x="84" y="25"/>
                      <a:pt x="84" y="26"/>
                    </a:cubicBezTo>
                    <a:cubicBezTo>
                      <a:pt x="84" y="28"/>
                      <a:pt x="84" y="29"/>
                      <a:pt x="85" y="30"/>
                    </a:cubicBezTo>
                    <a:cubicBezTo>
                      <a:pt x="82" y="39"/>
                      <a:pt x="77" y="48"/>
                      <a:pt x="72" y="56"/>
                    </a:cubicBezTo>
                    <a:cubicBezTo>
                      <a:pt x="71" y="56"/>
                      <a:pt x="71" y="56"/>
                      <a:pt x="70" y="55"/>
                    </a:cubicBezTo>
                    <a:cubicBezTo>
                      <a:pt x="74" y="40"/>
                      <a:pt x="76" y="25"/>
                      <a:pt x="75" y="11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9" y="10"/>
                      <a:pt x="81" y="8"/>
                      <a:pt x="81" y="5"/>
                    </a:cubicBezTo>
                    <a:cubicBezTo>
                      <a:pt x="80" y="2"/>
                      <a:pt x="78" y="0"/>
                      <a:pt x="75" y="0"/>
                    </a:cubicBezTo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16">
                <a:extLst>
                  <a:ext uri="{FF2B5EF4-FFF2-40B4-BE49-F238E27FC236}">
                    <a16:creationId xmlns:a16="http://schemas.microsoft.com/office/drawing/2014/main" id="{B8E40F7D-1899-F748-8860-A5D5B2B2121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157413" y="4392613"/>
                <a:ext cx="198438" cy="195262"/>
              </a:xfrm>
              <a:custGeom>
                <a:avLst/>
                <a:gdLst>
                  <a:gd name="T0" fmla="*/ 33 w 62"/>
                  <a:gd name="T1" fmla="*/ 2 h 61"/>
                  <a:gd name="T2" fmla="*/ 32 w 62"/>
                  <a:gd name="T3" fmla="*/ 26 h 61"/>
                  <a:gd name="T4" fmla="*/ 28 w 62"/>
                  <a:gd name="T5" fmla="*/ 8 h 61"/>
                  <a:gd name="T6" fmla="*/ 27 w 62"/>
                  <a:gd name="T7" fmla="*/ 12 h 61"/>
                  <a:gd name="T8" fmla="*/ 31 w 62"/>
                  <a:gd name="T9" fmla="*/ 26 h 61"/>
                  <a:gd name="T10" fmla="*/ 17 w 62"/>
                  <a:gd name="T11" fmla="*/ 8 h 61"/>
                  <a:gd name="T12" fmla="*/ 11 w 62"/>
                  <a:gd name="T13" fmla="*/ 9 h 61"/>
                  <a:gd name="T14" fmla="*/ 15 w 62"/>
                  <a:gd name="T15" fmla="*/ 11 h 61"/>
                  <a:gd name="T16" fmla="*/ 19 w 62"/>
                  <a:gd name="T17" fmla="*/ 18 h 61"/>
                  <a:gd name="T18" fmla="*/ 15 w 62"/>
                  <a:gd name="T19" fmla="*/ 16 h 61"/>
                  <a:gd name="T20" fmla="*/ 18 w 62"/>
                  <a:gd name="T21" fmla="*/ 18 h 61"/>
                  <a:gd name="T22" fmla="*/ 28 w 62"/>
                  <a:gd name="T23" fmla="*/ 29 h 61"/>
                  <a:gd name="T24" fmla="*/ 3 w 62"/>
                  <a:gd name="T25" fmla="*/ 20 h 61"/>
                  <a:gd name="T26" fmla="*/ 3 w 62"/>
                  <a:gd name="T27" fmla="*/ 26 h 61"/>
                  <a:gd name="T28" fmla="*/ 28 w 62"/>
                  <a:gd name="T29" fmla="*/ 30 h 61"/>
                  <a:gd name="T30" fmla="*/ 16 w 62"/>
                  <a:gd name="T31" fmla="*/ 32 h 61"/>
                  <a:gd name="T32" fmla="*/ 11 w 62"/>
                  <a:gd name="T33" fmla="*/ 30 h 61"/>
                  <a:gd name="T34" fmla="*/ 12 w 62"/>
                  <a:gd name="T35" fmla="*/ 35 h 61"/>
                  <a:gd name="T36" fmla="*/ 16 w 62"/>
                  <a:gd name="T37" fmla="*/ 33 h 61"/>
                  <a:gd name="T38" fmla="*/ 6 w 62"/>
                  <a:gd name="T39" fmla="*/ 45 h 61"/>
                  <a:gd name="T40" fmla="*/ 1 w 62"/>
                  <a:gd name="T41" fmla="*/ 47 h 61"/>
                  <a:gd name="T42" fmla="*/ 7 w 62"/>
                  <a:gd name="T43" fmla="*/ 46 h 61"/>
                  <a:gd name="T44" fmla="*/ 20 w 62"/>
                  <a:gd name="T45" fmla="*/ 43 h 61"/>
                  <a:gd name="T46" fmla="*/ 17 w 62"/>
                  <a:gd name="T47" fmla="*/ 44 h 61"/>
                  <a:gd name="T48" fmla="*/ 20 w 62"/>
                  <a:gd name="T49" fmla="*/ 46 h 61"/>
                  <a:gd name="T50" fmla="*/ 30 w 62"/>
                  <a:gd name="T51" fmla="*/ 34 h 61"/>
                  <a:gd name="T52" fmla="*/ 20 w 62"/>
                  <a:gd name="T53" fmla="*/ 55 h 61"/>
                  <a:gd name="T54" fmla="*/ 21 w 62"/>
                  <a:gd name="T55" fmla="*/ 61 h 61"/>
                  <a:gd name="T56" fmla="*/ 31 w 62"/>
                  <a:gd name="T57" fmla="*/ 35 h 61"/>
                  <a:gd name="T58" fmla="*/ 34 w 62"/>
                  <a:gd name="T59" fmla="*/ 50 h 61"/>
                  <a:gd name="T60" fmla="*/ 35 w 62"/>
                  <a:gd name="T61" fmla="*/ 54 h 61"/>
                  <a:gd name="T62" fmla="*/ 35 w 62"/>
                  <a:gd name="T63" fmla="*/ 50 h 61"/>
                  <a:gd name="T64" fmla="*/ 46 w 62"/>
                  <a:gd name="T65" fmla="*/ 54 h 61"/>
                  <a:gd name="T66" fmla="*/ 48 w 62"/>
                  <a:gd name="T67" fmla="*/ 58 h 61"/>
                  <a:gd name="T68" fmla="*/ 47 w 62"/>
                  <a:gd name="T69" fmla="*/ 53 h 61"/>
                  <a:gd name="T70" fmla="*/ 35 w 62"/>
                  <a:gd name="T71" fmla="*/ 34 h 61"/>
                  <a:gd name="T72" fmla="*/ 47 w 62"/>
                  <a:gd name="T73" fmla="*/ 44 h 61"/>
                  <a:gd name="T74" fmla="*/ 47 w 62"/>
                  <a:gd name="T75" fmla="*/ 39 h 61"/>
                  <a:gd name="T76" fmla="*/ 36 w 62"/>
                  <a:gd name="T77" fmla="*/ 32 h 61"/>
                  <a:gd name="T78" fmla="*/ 59 w 62"/>
                  <a:gd name="T79" fmla="*/ 38 h 61"/>
                  <a:gd name="T80" fmla="*/ 59 w 62"/>
                  <a:gd name="T81" fmla="*/ 32 h 61"/>
                  <a:gd name="T82" fmla="*/ 36 w 62"/>
                  <a:gd name="T83" fmla="*/ 31 h 61"/>
                  <a:gd name="T84" fmla="*/ 50 w 62"/>
                  <a:gd name="T85" fmla="*/ 27 h 61"/>
                  <a:gd name="T86" fmla="*/ 51 w 62"/>
                  <a:gd name="T87" fmla="*/ 23 h 61"/>
                  <a:gd name="T88" fmla="*/ 49 w 62"/>
                  <a:gd name="T89" fmla="*/ 25 h 61"/>
                  <a:gd name="T90" fmla="*/ 54 w 62"/>
                  <a:gd name="T91" fmla="*/ 14 h 61"/>
                  <a:gd name="T92" fmla="*/ 59 w 62"/>
                  <a:gd name="T93" fmla="*/ 12 h 61"/>
                  <a:gd name="T94" fmla="*/ 52 w 62"/>
                  <a:gd name="T95" fmla="*/ 13 h 61"/>
                  <a:gd name="T96" fmla="*/ 35 w 62"/>
                  <a:gd name="T97" fmla="*/ 27 h 61"/>
                  <a:gd name="T98" fmla="*/ 44 w 62"/>
                  <a:gd name="T99" fmla="*/ 13 h 61"/>
                  <a:gd name="T100" fmla="*/ 40 w 62"/>
                  <a:gd name="T101" fmla="*/ 12 h 61"/>
                  <a:gd name="T102" fmla="*/ 34 w 62"/>
                  <a:gd name="T103" fmla="*/ 26 h 61"/>
                  <a:gd name="T104" fmla="*/ 39 w 62"/>
                  <a:gd name="T105" fmla="*/ 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61">
                    <a:moveTo>
                      <a:pt x="36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34" y="0"/>
                      <a:pt x="33" y="1"/>
                      <a:pt x="33" y="2"/>
                    </a:cubicBezTo>
                    <a:cubicBezTo>
                      <a:pt x="33" y="4"/>
                      <a:pt x="34" y="4"/>
                      <a:pt x="35" y="5"/>
                    </a:cubicBezTo>
                    <a:cubicBezTo>
                      <a:pt x="36" y="11"/>
                      <a:pt x="35" y="19"/>
                      <a:pt x="33" y="26"/>
                    </a:cubicBezTo>
                    <a:cubicBezTo>
                      <a:pt x="32" y="26"/>
                      <a:pt x="32" y="26"/>
                      <a:pt x="32" y="26"/>
                    </a:cubicBezTo>
                    <a:cubicBezTo>
                      <a:pt x="31" y="21"/>
                      <a:pt x="30" y="16"/>
                      <a:pt x="28" y="12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0"/>
                      <a:pt x="29" y="9"/>
                      <a:pt x="28" y="8"/>
                    </a:cubicBezTo>
                    <a:cubicBezTo>
                      <a:pt x="28" y="8"/>
                      <a:pt x="27" y="8"/>
                      <a:pt x="27" y="8"/>
                    </a:cubicBezTo>
                    <a:cubicBezTo>
                      <a:pt x="26" y="8"/>
                      <a:pt x="26" y="9"/>
                      <a:pt x="26" y="10"/>
                    </a:cubicBezTo>
                    <a:cubicBezTo>
                      <a:pt x="25" y="11"/>
                      <a:pt x="26" y="12"/>
                      <a:pt x="27" y="12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2"/>
                      <a:pt x="28" y="12"/>
                      <a:pt x="28" y="12"/>
                    </a:cubicBezTo>
                    <a:cubicBezTo>
                      <a:pt x="29" y="17"/>
                      <a:pt x="30" y="21"/>
                      <a:pt x="31" y="26"/>
                    </a:cubicBezTo>
                    <a:cubicBezTo>
                      <a:pt x="31" y="26"/>
                      <a:pt x="30" y="26"/>
                      <a:pt x="30" y="26"/>
                    </a:cubicBezTo>
                    <a:cubicBezTo>
                      <a:pt x="26" y="20"/>
                      <a:pt x="22" y="14"/>
                      <a:pt x="16" y="9"/>
                    </a:cubicBezTo>
                    <a:cubicBezTo>
                      <a:pt x="17" y="9"/>
                      <a:pt x="17" y="9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6"/>
                      <a:pt x="11" y="7"/>
                      <a:pt x="11" y="9"/>
                    </a:cubicBezTo>
                    <a:cubicBezTo>
                      <a:pt x="11" y="10"/>
                      <a:pt x="12" y="11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20" y="15"/>
                      <a:pt x="25" y="21"/>
                      <a:pt x="29" y="27"/>
                    </a:cubicBezTo>
                    <a:cubicBezTo>
                      <a:pt x="25" y="24"/>
                      <a:pt x="22" y="20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7"/>
                      <a:pt x="19" y="15"/>
                      <a:pt x="18" y="15"/>
                    </a:cubicBezTo>
                    <a:cubicBezTo>
                      <a:pt x="18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5" y="16"/>
                    </a:cubicBezTo>
                    <a:cubicBezTo>
                      <a:pt x="15" y="17"/>
                      <a:pt x="15" y="18"/>
                      <a:pt x="16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2" y="21"/>
                      <a:pt x="25" y="25"/>
                      <a:pt x="28" y="28"/>
                    </a:cubicBezTo>
                    <a:cubicBezTo>
                      <a:pt x="28" y="28"/>
                      <a:pt x="28" y="29"/>
                      <a:pt x="28" y="29"/>
                    </a:cubicBezTo>
                    <a:cubicBezTo>
                      <a:pt x="21" y="27"/>
                      <a:pt x="13" y="25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2"/>
                      <a:pt x="5" y="20"/>
                      <a:pt x="3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1" y="20"/>
                      <a:pt x="0" y="22"/>
                      <a:pt x="0" y="23"/>
                    </a:cubicBezTo>
                    <a:cubicBezTo>
                      <a:pt x="0" y="25"/>
                      <a:pt x="1" y="26"/>
                      <a:pt x="3" y="26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4" y="26"/>
                      <a:pt x="5" y="25"/>
                      <a:pt x="6" y="25"/>
                    </a:cubicBezTo>
                    <a:cubicBezTo>
                      <a:pt x="13" y="26"/>
                      <a:pt x="20" y="28"/>
                      <a:pt x="28" y="30"/>
                    </a:cubicBezTo>
                    <a:cubicBezTo>
                      <a:pt x="28" y="31"/>
                      <a:pt x="28" y="31"/>
                      <a:pt x="28" y="31"/>
                    </a:cubicBezTo>
                    <a:cubicBezTo>
                      <a:pt x="28" y="31"/>
                      <a:pt x="28" y="31"/>
                      <a:pt x="28" y="31"/>
                    </a:cubicBezTo>
                    <a:cubicBezTo>
                      <a:pt x="24" y="32"/>
                      <a:pt x="20" y="32"/>
                      <a:pt x="16" y="32"/>
                    </a:cubicBezTo>
                    <a:cubicBezTo>
                      <a:pt x="15" y="32"/>
                      <a:pt x="14" y="32"/>
                      <a:pt x="13" y="32"/>
                    </a:cubicBezTo>
                    <a:cubicBezTo>
                      <a:pt x="13" y="31"/>
                      <a:pt x="13" y="31"/>
                      <a:pt x="12" y="30"/>
                    </a:cubicBezTo>
                    <a:cubicBezTo>
                      <a:pt x="12" y="30"/>
                      <a:pt x="12" y="30"/>
                      <a:pt x="11" y="30"/>
                    </a:cubicBezTo>
                    <a:cubicBezTo>
                      <a:pt x="11" y="30"/>
                      <a:pt x="10" y="31"/>
                      <a:pt x="10" y="32"/>
                    </a:cubicBezTo>
                    <a:cubicBezTo>
                      <a:pt x="9" y="33"/>
                      <a:pt x="10" y="34"/>
                      <a:pt x="11" y="35"/>
                    </a:cubicBezTo>
                    <a:cubicBezTo>
                      <a:pt x="11" y="35"/>
                      <a:pt x="11" y="35"/>
                      <a:pt x="12" y="35"/>
                    </a:cubicBezTo>
                    <a:cubicBezTo>
                      <a:pt x="12" y="35"/>
                      <a:pt x="13" y="34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4" y="33"/>
                      <a:pt x="15" y="33"/>
                      <a:pt x="16" y="33"/>
                    </a:cubicBezTo>
                    <a:cubicBezTo>
                      <a:pt x="20" y="33"/>
                      <a:pt x="24" y="33"/>
                      <a:pt x="28" y="32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1" y="38"/>
                      <a:pt x="14" y="42"/>
                      <a:pt x="6" y="45"/>
                    </a:cubicBezTo>
                    <a:cubicBezTo>
                      <a:pt x="6" y="44"/>
                      <a:pt x="5" y="44"/>
                      <a:pt x="4" y="44"/>
                    </a:cubicBezTo>
                    <a:cubicBezTo>
                      <a:pt x="4" y="44"/>
                      <a:pt x="4" y="44"/>
                      <a:pt x="3" y="44"/>
                    </a:cubicBezTo>
                    <a:cubicBezTo>
                      <a:pt x="2" y="44"/>
                      <a:pt x="1" y="45"/>
                      <a:pt x="1" y="47"/>
                    </a:cubicBezTo>
                    <a:cubicBezTo>
                      <a:pt x="1" y="48"/>
                      <a:pt x="2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6" y="49"/>
                      <a:pt x="7" y="48"/>
                      <a:pt x="7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13" y="43"/>
                      <a:pt x="21" y="40"/>
                      <a:pt x="27" y="35"/>
                    </a:cubicBezTo>
                    <a:cubicBezTo>
                      <a:pt x="25" y="38"/>
                      <a:pt x="22" y="41"/>
                      <a:pt x="20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8" y="43"/>
                    </a:cubicBezTo>
                    <a:cubicBezTo>
                      <a:pt x="18" y="43"/>
                      <a:pt x="17" y="43"/>
                      <a:pt x="17" y="44"/>
                    </a:cubicBezTo>
                    <a:cubicBezTo>
                      <a:pt x="16" y="45"/>
                      <a:pt x="17" y="46"/>
                      <a:pt x="18" y="47"/>
                    </a:cubicBezTo>
                    <a:cubicBezTo>
                      <a:pt x="18" y="47"/>
                      <a:pt x="18" y="47"/>
                      <a:pt x="19" y="47"/>
                    </a:cubicBezTo>
                    <a:cubicBezTo>
                      <a:pt x="19" y="47"/>
                      <a:pt x="20" y="46"/>
                      <a:pt x="20" y="46"/>
                    </a:cubicBezTo>
                    <a:cubicBezTo>
                      <a:pt x="21" y="45"/>
                      <a:pt x="20" y="44"/>
                      <a:pt x="20" y="44"/>
                    </a:cubicBezTo>
                    <a:cubicBezTo>
                      <a:pt x="24" y="41"/>
                      <a:pt x="27" y="38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28" y="42"/>
                      <a:pt x="25" y="49"/>
                      <a:pt x="22" y="55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0" y="55"/>
                      <a:pt x="20" y="55"/>
                      <a:pt x="20" y="55"/>
                    </a:cubicBezTo>
                    <a:cubicBezTo>
                      <a:pt x="19" y="55"/>
                      <a:pt x="17" y="56"/>
                      <a:pt x="17" y="58"/>
                    </a:cubicBezTo>
                    <a:cubicBezTo>
                      <a:pt x="18" y="59"/>
                      <a:pt x="19" y="61"/>
                      <a:pt x="21" y="61"/>
                    </a:cubicBezTo>
                    <a:cubicBezTo>
                      <a:pt x="21" y="61"/>
                      <a:pt x="21" y="61"/>
                      <a:pt x="21" y="61"/>
                    </a:cubicBezTo>
                    <a:cubicBezTo>
                      <a:pt x="23" y="60"/>
                      <a:pt x="24" y="59"/>
                      <a:pt x="24" y="57"/>
                    </a:cubicBezTo>
                    <a:cubicBezTo>
                      <a:pt x="24" y="56"/>
                      <a:pt x="23" y="56"/>
                      <a:pt x="22" y="55"/>
                    </a:cubicBezTo>
                    <a:cubicBezTo>
                      <a:pt x="26" y="49"/>
                      <a:pt x="29" y="42"/>
                      <a:pt x="31" y="35"/>
                    </a:cubicBezTo>
                    <a:cubicBezTo>
                      <a:pt x="31" y="35"/>
                      <a:pt x="32" y="35"/>
                      <a:pt x="32" y="3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40"/>
                      <a:pt x="33" y="45"/>
                      <a:pt x="34" y="50"/>
                    </a:cubicBezTo>
                    <a:cubicBezTo>
                      <a:pt x="34" y="50"/>
                      <a:pt x="33" y="51"/>
                      <a:pt x="33" y="51"/>
                    </a:cubicBezTo>
                    <a:cubicBezTo>
                      <a:pt x="33" y="52"/>
                      <a:pt x="33" y="54"/>
                      <a:pt x="34" y="54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7" y="53"/>
                    </a:cubicBezTo>
                    <a:cubicBezTo>
                      <a:pt x="37" y="52"/>
                      <a:pt x="37" y="50"/>
                      <a:pt x="36" y="50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4" y="45"/>
                      <a:pt x="34" y="40"/>
                      <a:pt x="33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8" y="41"/>
                      <a:pt x="41" y="48"/>
                      <a:pt x="46" y="54"/>
                    </a:cubicBezTo>
                    <a:cubicBezTo>
                      <a:pt x="45" y="54"/>
                      <a:pt x="45" y="55"/>
                      <a:pt x="45" y="56"/>
                    </a:cubicBezTo>
                    <a:cubicBezTo>
                      <a:pt x="45" y="57"/>
                      <a:pt x="46" y="58"/>
                      <a:pt x="47" y="58"/>
                    </a:cubicBezTo>
                    <a:cubicBezTo>
                      <a:pt x="47" y="58"/>
                      <a:pt x="48" y="58"/>
                      <a:pt x="48" y="58"/>
                    </a:cubicBezTo>
                    <a:cubicBezTo>
                      <a:pt x="49" y="58"/>
                      <a:pt x="50" y="57"/>
                      <a:pt x="50" y="55"/>
                    </a:cubicBezTo>
                    <a:cubicBezTo>
                      <a:pt x="50" y="54"/>
                      <a:pt x="49" y="53"/>
                      <a:pt x="47" y="53"/>
                    </a:cubicBezTo>
                    <a:cubicBezTo>
                      <a:pt x="47" y="53"/>
                      <a:pt x="47" y="53"/>
                      <a:pt x="47" y="53"/>
                    </a:cubicBezTo>
                    <a:cubicBezTo>
                      <a:pt x="47" y="53"/>
                      <a:pt x="47" y="53"/>
                      <a:pt x="47" y="53"/>
                    </a:cubicBezTo>
                    <a:cubicBezTo>
                      <a:pt x="43" y="47"/>
                      <a:pt x="39" y="40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8" y="36"/>
                      <a:pt x="41" y="39"/>
                      <a:pt x="45" y="41"/>
                    </a:cubicBezTo>
                    <a:cubicBezTo>
                      <a:pt x="44" y="42"/>
                      <a:pt x="45" y="43"/>
                      <a:pt x="46" y="44"/>
                    </a:cubicBezTo>
                    <a:cubicBezTo>
                      <a:pt x="46" y="44"/>
                      <a:pt x="46" y="44"/>
                      <a:pt x="47" y="44"/>
                    </a:cubicBezTo>
                    <a:cubicBezTo>
                      <a:pt x="47" y="44"/>
                      <a:pt x="48" y="43"/>
                      <a:pt x="48" y="42"/>
                    </a:cubicBezTo>
                    <a:cubicBezTo>
                      <a:pt x="49" y="41"/>
                      <a:pt x="48" y="40"/>
                      <a:pt x="47" y="40"/>
                    </a:cubicBezTo>
                    <a:cubicBezTo>
                      <a:pt x="47" y="39"/>
                      <a:pt x="47" y="39"/>
                      <a:pt x="47" y="39"/>
                    </a:cubicBezTo>
                    <a:cubicBezTo>
                      <a:pt x="46" y="39"/>
                      <a:pt x="46" y="40"/>
                      <a:pt x="45" y="40"/>
                    </a:cubicBezTo>
                    <a:cubicBezTo>
                      <a:pt x="42" y="38"/>
                      <a:pt x="39" y="36"/>
                      <a:pt x="35" y="33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42" y="34"/>
                      <a:pt x="49" y="35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7"/>
                      <a:pt x="57" y="38"/>
                      <a:pt x="59" y="38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1" y="38"/>
                      <a:pt x="62" y="37"/>
                      <a:pt x="62" y="35"/>
                    </a:cubicBezTo>
                    <a:cubicBezTo>
                      <a:pt x="62" y="33"/>
                      <a:pt x="60" y="32"/>
                      <a:pt x="59" y="32"/>
                    </a:cubicBezTo>
                    <a:cubicBezTo>
                      <a:pt x="59" y="32"/>
                      <a:pt x="58" y="32"/>
                      <a:pt x="58" y="32"/>
                    </a:cubicBezTo>
                    <a:cubicBezTo>
                      <a:pt x="57" y="32"/>
                      <a:pt x="56" y="33"/>
                      <a:pt x="56" y="34"/>
                    </a:cubicBezTo>
                    <a:cubicBezTo>
                      <a:pt x="49" y="34"/>
                      <a:pt x="43" y="33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41" y="30"/>
                      <a:pt x="45" y="28"/>
                      <a:pt x="49" y="26"/>
                    </a:cubicBezTo>
                    <a:cubicBezTo>
                      <a:pt x="49" y="27"/>
                      <a:pt x="50" y="27"/>
                      <a:pt x="50" y="27"/>
                    </a:cubicBezTo>
                    <a:cubicBezTo>
                      <a:pt x="50" y="27"/>
                      <a:pt x="51" y="28"/>
                      <a:pt x="51" y="28"/>
                    </a:cubicBezTo>
                    <a:cubicBezTo>
                      <a:pt x="52" y="28"/>
                      <a:pt x="52" y="27"/>
                      <a:pt x="53" y="26"/>
                    </a:cubicBezTo>
                    <a:cubicBezTo>
                      <a:pt x="53" y="25"/>
                      <a:pt x="52" y="24"/>
                      <a:pt x="51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0" y="23"/>
                      <a:pt x="49" y="24"/>
                      <a:pt x="49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5" y="27"/>
                      <a:pt x="41" y="28"/>
                      <a:pt x="36" y="29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43" y="25"/>
                      <a:pt x="49" y="20"/>
                      <a:pt x="54" y="14"/>
                    </a:cubicBezTo>
                    <a:cubicBezTo>
                      <a:pt x="54" y="15"/>
                      <a:pt x="55" y="15"/>
                      <a:pt x="55" y="15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5"/>
                      <a:pt x="59" y="14"/>
                      <a:pt x="59" y="12"/>
                    </a:cubicBezTo>
                    <a:cubicBezTo>
                      <a:pt x="58" y="10"/>
                      <a:pt x="57" y="9"/>
                      <a:pt x="56" y="9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4" y="10"/>
                      <a:pt x="52" y="11"/>
                      <a:pt x="52" y="13"/>
                    </a:cubicBezTo>
                    <a:cubicBezTo>
                      <a:pt x="53" y="13"/>
                      <a:pt x="53" y="13"/>
                      <a:pt x="53" y="13"/>
                    </a:cubicBezTo>
                    <a:cubicBezTo>
                      <a:pt x="48" y="19"/>
                      <a:pt x="42" y="24"/>
                      <a:pt x="36" y="28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8" y="23"/>
                      <a:pt x="40" y="19"/>
                      <a:pt x="42" y="15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3" y="15"/>
                      <a:pt x="43" y="14"/>
                      <a:pt x="44" y="13"/>
                    </a:cubicBezTo>
                    <a:cubicBezTo>
                      <a:pt x="44" y="12"/>
                      <a:pt x="43" y="11"/>
                      <a:pt x="42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1"/>
                      <a:pt x="40" y="11"/>
                      <a:pt x="40" y="12"/>
                    </a:cubicBezTo>
                    <a:cubicBezTo>
                      <a:pt x="40" y="13"/>
                      <a:pt x="40" y="14"/>
                      <a:pt x="41" y="14"/>
                    </a:cubicBezTo>
                    <a:cubicBezTo>
                      <a:pt x="39" y="18"/>
                      <a:pt x="37" y="22"/>
                      <a:pt x="34" y="26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5" y="19"/>
                      <a:pt x="36" y="11"/>
                      <a:pt x="36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8" y="5"/>
                      <a:pt x="39" y="3"/>
                      <a:pt x="39" y="2"/>
                    </a:cubicBezTo>
                    <a:cubicBezTo>
                      <a:pt x="38" y="1"/>
                      <a:pt x="37" y="0"/>
                      <a:pt x="36" y="0"/>
                    </a:cubicBezTo>
                  </a:path>
                </a:pathLst>
              </a:custGeom>
              <a:solidFill>
                <a:srgbClr val="FFFFFF">
                  <a:alpha val="74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17">
                <a:extLst>
                  <a:ext uri="{FF2B5EF4-FFF2-40B4-BE49-F238E27FC236}">
                    <a16:creationId xmlns:a16="http://schemas.microsoft.com/office/drawing/2014/main" id="{CB1D2AD3-8834-6B4D-8339-29D726AC60C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198688" y="7215188"/>
                <a:ext cx="198438" cy="195262"/>
              </a:xfrm>
              <a:custGeom>
                <a:avLst/>
                <a:gdLst>
                  <a:gd name="T0" fmla="*/ 33 w 62"/>
                  <a:gd name="T1" fmla="*/ 3 h 61"/>
                  <a:gd name="T2" fmla="*/ 32 w 62"/>
                  <a:gd name="T3" fmla="*/ 27 h 61"/>
                  <a:gd name="T4" fmla="*/ 28 w 62"/>
                  <a:gd name="T5" fmla="*/ 9 h 61"/>
                  <a:gd name="T6" fmla="*/ 27 w 62"/>
                  <a:gd name="T7" fmla="*/ 13 h 61"/>
                  <a:gd name="T8" fmla="*/ 32 w 62"/>
                  <a:gd name="T9" fmla="*/ 27 h 61"/>
                  <a:gd name="T10" fmla="*/ 17 w 62"/>
                  <a:gd name="T11" fmla="*/ 9 h 61"/>
                  <a:gd name="T12" fmla="*/ 11 w 62"/>
                  <a:gd name="T13" fmla="*/ 10 h 61"/>
                  <a:gd name="T14" fmla="*/ 16 w 62"/>
                  <a:gd name="T15" fmla="*/ 12 h 61"/>
                  <a:gd name="T16" fmla="*/ 19 w 62"/>
                  <a:gd name="T17" fmla="*/ 19 h 61"/>
                  <a:gd name="T18" fmla="*/ 16 w 62"/>
                  <a:gd name="T19" fmla="*/ 17 h 61"/>
                  <a:gd name="T20" fmla="*/ 19 w 62"/>
                  <a:gd name="T21" fmla="*/ 19 h 61"/>
                  <a:gd name="T22" fmla="*/ 28 w 62"/>
                  <a:gd name="T23" fmla="*/ 30 h 61"/>
                  <a:gd name="T24" fmla="*/ 3 w 62"/>
                  <a:gd name="T25" fmla="*/ 21 h 61"/>
                  <a:gd name="T26" fmla="*/ 3 w 62"/>
                  <a:gd name="T27" fmla="*/ 27 h 61"/>
                  <a:gd name="T28" fmla="*/ 28 w 62"/>
                  <a:gd name="T29" fmla="*/ 31 h 61"/>
                  <a:gd name="T30" fmla="*/ 16 w 62"/>
                  <a:gd name="T31" fmla="*/ 33 h 61"/>
                  <a:gd name="T32" fmla="*/ 12 w 62"/>
                  <a:gd name="T33" fmla="*/ 31 h 61"/>
                  <a:gd name="T34" fmla="*/ 12 w 62"/>
                  <a:gd name="T35" fmla="*/ 36 h 61"/>
                  <a:gd name="T36" fmla="*/ 17 w 62"/>
                  <a:gd name="T37" fmla="*/ 34 h 61"/>
                  <a:gd name="T38" fmla="*/ 7 w 62"/>
                  <a:gd name="T39" fmla="*/ 46 h 61"/>
                  <a:gd name="T40" fmla="*/ 1 w 62"/>
                  <a:gd name="T41" fmla="*/ 48 h 61"/>
                  <a:gd name="T42" fmla="*/ 7 w 62"/>
                  <a:gd name="T43" fmla="*/ 47 h 61"/>
                  <a:gd name="T44" fmla="*/ 20 w 62"/>
                  <a:gd name="T45" fmla="*/ 44 h 61"/>
                  <a:gd name="T46" fmla="*/ 17 w 62"/>
                  <a:gd name="T47" fmla="*/ 45 h 61"/>
                  <a:gd name="T48" fmla="*/ 21 w 62"/>
                  <a:gd name="T49" fmla="*/ 46 h 61"/>
                  <a:gd name="T50" fmla="*/ 31 w 62"/>
                  <a:gd name="T51" fmla="*/ 35 h 61"/>
                  <a:gd name="T52" fmla="*/ 21 w 62"/>
                  <a:gd name="T53" fmla="*/ 55 h 61"/>
                  <a:gd name="T54" fmla="*/ 21 w 62"/>
                  <a:gd name="T55" fmla="*/ 61 h 61"/>
                  <a:gd name="T56" fmla="*/ 31 w 62"/>
                  <a:gd name="T57" fmla="*/ 36 h 61"/>
                  <a:gd name="T58" fmla="*/ 35 w 62"/>
                  <a:gd name="T59" fmla="*/ 51 h 61"/>
                  <a:gd name="T60" fmla="*/ 35 w 62"/>
                  <a:gd name="T61" fmla="*/ 55 h 61"/>
                  <a:gd name="T62" fmla="*/ 35 w 62"/>
                  <a:gd name="T63" fmla="*/ 51 h 61"/>
                  <a:gd name="T64" fmla="*/ 46 w 62"/>
                  <a:gd name="T65" fmla="*/ 55 h 61"/>
                  <a:gd name="T66" fmla="*/ 48 w 62"/>
                  <a:gd name="T67" fmla="*/ 59 h 61"/>
                  <a:gd name="T68" fmla="*/ 47 w 62"/>
                  <a:gd name="T69" fmla="*/ 54 h 61"/>
                  <a:gd name="T70" fmla="*/ 35 w 62"/>
                  <a:gd name="T71" fmla="*/ 35 h 61"/>
                  <a:gd name="T72" fmla="*/ 47 w 62"/>
                  <a:gd name="T73" fmla="*/ 45 h 61"/>
                  <a:gd name="T74" fmla="*/ 47 w 62"/>
                  <a:gd name="T75" fmla="*/ 40 h 61"/>
                  <a:gd name="T76" fmla="*/ 36 w 62"/>
                  <a:gd name="T77" fmla="*/ 33 h 61"/>
                  <a:gd name="T78" fmla="*/ 59 w 62"/>
                  <a:gd name="T79" fmla="*/ 39 h 61"/>
                  <a:gd name="T80" fmla="*/ 59 w 62"/>
                  <a:gd name="T81" fmla="*/ 33 h 61"/>
                  <a:gd name="T82" fmla="*/ 36 w 62"/>
                  <a:gd name="T83" fmla="*/ 32 h 61"/>
                  <a:gd name="T84" fmla="*/ 50 w 62"/>
                  <a:gd name="T85" fmla="*/ 28 h 61"/>
                  <a:gd name="T86" fmla="*/ 52 w 62"/>
                  <a:gd name="T87" fmla="*/ 24 h 61"/>
                  <a:gd name="T88" fmla="*/ 49 w 62"/>
                  <a:gd name="T89" fmla="*/ 26 h 61"/>
                  <a:gd name="T90" fmla="*/ 54 w 62"/>
                  <a:gd name="T91" fmla="*/ 15 h 61"/>
                  <a:gd name="T92" fmla="*/ 59 w 62"/>
                  <a:gd name="T93" fmla="*/ 13 h 61"/>
                  <a:gd name="T94" fmla="*/ 53 w 62"/>
                  <a:gd name="T95" fmla="*/ 13 h 61"/>
                  <a:gd name="T96" fmla="*/ 35 w 62"/>
                  <a:gd name="T97" fmla="*/ 28 h 61"/>
                  <a:gd name="T98" fmla="*/ 44 w 62"/>
                  <a:gd name="T99" fmla="*/ 14 h 61"/>
                  <a:gd name="T100" fmla="*/ 41 w 62"/>
                  <a:gd name="T101" fmla="*/ 13 h 61"/>
                  <a:gd name="T102" fmla="*/ 34 w 62"/>
                  <a:gd name="T103" fmla="*/ 27 h 61"/>
                  <a:gd name="T104" fmla="*/ 39 w 62"/>
                  <a:gd name="T105" fmla="*/ 3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61">
                    <a:moveTo>
                      <a:pt x="36" y="0"/>
                    </a:moveTo>
                    <a:cubicBezTo>
                      <a:pt x="36" y="0"/>
                      <a:pt x="36" y="1"/>
                      <a:pt x="36" y="1"/>
                    </a:cubicBezTo>
                    <a:cubicBezTo>
                      <a:pt x="34" y="1"/>
                      <a:pt x="33" y="2"/>
                      <a:pt x="33" y="3"/>
                    </a:cubicBezTo>
                    <a:cubicBezTo>
                      <a:pt x="34" y="5"/>
                      <a:pt x="34" y="5"/>
                      <a:pt x="36" y="6"/>
                    </a:cubicBezTo>
                    <a:cubicBezTo>
                      <a:pt x="36" y="12"/>
                      <a:pt x="35" y="20"/>
                      <a:pt x="33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1" y="22"/>
                      <a:pt x="30" y="17"/>
                      <a:pt x="29" y="13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1"/>
                      <a:pt x="29" y="10"/>
                      <a:pt x="28" y="9"/>
                    </a:cubicBezTo>
                    <a:cubicBezTo>
                      <a:pt x="28" y="9"/>
                      <a:pt x="28" y="9"/>
                      <a:pt x="27" y="9"/>
                    </a:cubicBezTo>
                    <a:cubicBezTo>
                      <a:pt x="27" y="9"/>
                      <a:pt x="26" y="10"/>
                      <a:pt x="26" y="11"/>
                    </a:cubicBezTo>
                    <a:cubicBezTo>
                      <a:pt x="26" y="12"/>
                      <a:pt x="26" y="13"/>
                      <a:pt x="27" y="13"/>
                    </a:cubicBezTo>
                    <a:cubicBezTo>
                      <a:pt x="27" y="13"/>
                      <a:pt x="27" y="13"/>
                      <a:pt x="28" y="13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30" y="17"/>
                      <a:pt x="31" y="22"/>
                      <a:pt x="32" y="27"/>
                    </a:cubicBezTo>
                    <a:cubicBezTo>
                      <a:pt x="31" y="27"/>
                      <a:pt x="31" y="27"/>
                      <a:pt x="30" y="27"/>
                    </a:cubicBezTo>
                    <a:cubicBezTo>
                      <a:pt x="26" y="21"/>
                      <a:pt x="22" y="15"/>
                      <a:pt x="17" y="10"/>
                    </a:cubicBezTo>
                    <a:cubicBezTo>
                      <a:pt x="17" y="10"/>
                      <a:pt x="17" y="10"/>
                      <a:pt x="17" y="9"/>
                    </a:cubicBezTo>
                    <a:cubicBezTo>
                      <a:pt x="17" y="8"/>
                      <a:pt x="16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7"/>
                      <a:pt x="11" y="8"/>
                      <a:pt x="11" y="10"/>
                    </a:cubicBezTo>
                    <a:cubicBezTo>
                      <a:pt x="11" y="11"/>
                      <a:pt x="13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6" y="12"/>
                    </a:cubicBezTo>
                    <a:cubicBezTo>
                      <a:pt x="21" y="16"/>
                      <a:pt x="25" y="22"/>
                      <a:pt x="29" y="27"/>
                    </a:cubicBezTo>
                    <a:cubicBezTo>
                      <a:pt x="26" y="24"/>
                      <a:pt x="23" y="21"/>
                      <a:pt x="19" y="19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16"/>
                      <a:pt x="18" y="16"/>
                    </a:cubicBezTo>
                    <a:cubicBezTo>
                      <a:pt x="18" y="16"/>
                      <a:pt x="18" y="16"/>
                      <a:pt x="17" y="16"/>
                    </a:cubicBezTo>
                    <a:cubicBezTo>
                      <a:pt x="17" y="16"/>
                      <a:pt x="16" y="16"/>
                      <a:pt x="16" y="17"/>
                    </a:cubicBezTo>
                    <a:cubicBezTo>
                      <a:pt x="15" y="18"/>
                      <a:pt x="16" y="19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8" y="20"/>
                      <a:pt x="18" y="20"/>
                      <a:pt x="19" y="19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2" y="22"/>
                      <a:pt x="25" y="26"/>
                      <a:pt x="29" y="29"/>
                    </a:cubicBezTo>
                    <a:cubicBezTo>
                      <a:pt x="29" y="29"/>
                      <a:pt x="28" y="30"/>
                      <a:pt x="28" y="30"/>
                    </a:cubicBezTo>
                    <a:cubicBezTo>
                      <a:pt x="21" y="28"/>
                      <a:pt x="14" y="26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5" y="21"/>
                      <a:pt x="3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1"/>
                      <a:pt x="0" y="23"/>
                      <a:pt x="0" y="24"/>
                    </a:cubicBezTo>
                    <a:cubicBezTo>
                      <a:pt x="0" y="26"/>
                      <a:pt x="2" y="27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5" y="27"/>
                      <a:pt x="5" y="26"/>
                      <a:pt x="6" y="25"/>
                    </a:cubicBezTo>
                    <a:cubicBezTo>
                      <a:pt x="13" y="27"/>
                      <a:pt x="21" y="29"/>
                      <a:pt x="28" y="31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24" y="33"/>
                      <a:pt x="20" y="33"/>
                      <a:pt x="16" y="33"/>
                    </a:cubicBezTo>
                    <a:cubicBezTo>
                      <a:pt x="15" y="33"/>
                      <a:pt x="15" y="33"/>
                      <a:pt x="14" y="33"/>
                    </a:cubicBezTo>
                    <a:cubicBezTo>
                      <a:pt x="13" y="32"/>
                      <a:pt x="13" y="32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1" y="31"/>
                      <a:pt x="10" y="32"/>
                      <a:pt x="10" y="33"/>
                    </a:cubicBezTo>
                    <a:cubicBezTo>
                      <a:pt x="10" y="34"/>
                      <a:pt x="10" y="35"/>
                      <a:pt x="11" y="35"/>
                    </a:cubicBezTo>
                    <a:cubicBezTo>
                      <a:pt x="11" y="36"/>
                      <a:pt x="12" y="36"/>
                      <a:pt x="12" y="36"/>
                    </a:cubicBezTo>
                    <a:cubicBezTo>
                      <a:pt x="13" y="36"/>
                      <a:pt x="13" y="35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5" y="34"/>
                      <a:pt x="16" y="34"/>
                      <a:pt x="17" y="34"/>
                    </a:cubicBezTo>
                    <a:cubicBezTo>
                      <a:pt x="20" y="34"/>
                      <a:pt x="24" y="34"/>
                      <a:pt x="29" y="33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2" y="39"/>
                      <a:pt x="14" y="43"/>
                      <a:pt x="7" y="46"/>
                    </a:cubicBezTo>
                    <a:cubicBezTo>
                      <a:pt x="6" y="45"/>
                      <a:pt x="5" y="44"/>
                      <a:pt x="4" y="44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2" y="45"/>
                      <a:pt x="1" y="46"/>
                      <a:pt x="1" y="48"/>
                    </a:cubicBezTo>
                    <a:cubicBezTo>
                      <a:pt x="1" y="49"/>
                      <a:pt x="3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6" y="50"/>
                      <a:pt x="7" y="49"/>
                      <a:pt x="7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14" y="44"/>
                      <a:pt x="21" y="41"/>
                      <a:pt x="28" y="36"/>
                    </a:cubicBezTo>
                    <a:cubicBezTo>
                      <a:pt x="25" y="39"/>
                      <a:pt x="23" y="42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3"/>
                      <a:pt x="19" y="43"/>
                    </a:cubicBezTo>
                    <a:cubicBezTo>
                      <a:pt x="18" y="43"/>
                      <a:pt x="17" y="44"/>
                      <a:pt x="17" y="45"/>
                    </a:cubicBezTo>
                    <a:cubicBezTo>
                      <a:pt x="17" y="46"/>
                      <a:pt x="17" y="47"/>
                      <a:pt x="18" y="48"/>
                    </a:cubicBezTo>
                    <a:cubicBezTo>
                      <a:pt x="18" y="48"/>
                      <a:pt x="19" y="48"/>
                      <a:pt x="19" y="48"/>
                    </a:cubicBezTo>
                    <a:cubicBezTo>
                      <a:pt x="20" y="48"/>
                      <a:pt x="20" y="47"/>
                      <a:pt x="21" y="46"/>
                    </a:cubicBezTo>
                    <a:cubicBezTo>
                      <a:pt x="21" y="46"/>
                      <a:pt x="21" y="45"/>
                      <a:pt x="21" y="45"/>
                    </a:cubicBezTo>
                    <a:cubicBezTo>
                      <a:pt x="24" y="42"/>
                      <a:pt x="27" y="39"/>
                      <a:pt x="30" y="35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28" y="43"/>
                      <a:pt x="25" y="49"/>
                      <a:pt x="22" y="56"/>
                    </a:cubicBezTo>
                    <a:cubicBezTo>
                      <a:pt x="22" y="55"/>
                      <a:pt x="21" y="55"/>
                      <a:pt x="21" y="55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19" y="56"/>
                      <a:pt x="18" y="57"/>
                      <a:pt x="18" y="59"/>
                    </a:cubicBezTo>
                    <a:cubicBezTo>
                      <a:pt x="18" y="60"/>
                      <a:pt x="19" y="61"/>
                      <a:pt x="21" y="61"/>
                    </a:cubicBezTo>
                    <a:cubicBezTo>
                      <a:pt x="21" y="61"/>
                      <a:pt x="21" y="61"/>
                      <a:pt x="21" y="61"/>
                    </a:cubicBezTo>
                    <a:cubicBezTo>
                      <a:pt x="23" y="61"/>
                      <a:pt x="24" y="60"/>
                      <a:pt x="24" y="58"/>
                    </a:cubicBezTo>
                    <a:cubicBezTo>
                      <a:pt x="24" y="57"/>
                      <a:pt x="23" y="56"/>
                      <a:pt x="23" y="56"/>
                    </a:cubicBezTo>
                    <a:cubicBezTo>
                      <a:pt x="26" y="50"/>
                      <a:pt x="29" y="43"/>
                      <a:pt x="31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41"/>
                      <a:pt x="34" y="46"/>
                      <a:pt x="35" y="51"/>
                    </a:cubicBezTo>
                    <a:cubicBezTo>
                      <a:pt x="34" y="51"/>
                      <a:pt x="33" y="51"/>
                      <a:pt x="33" y="52"/>
                    </a:cubicBezTo>
                    <a:cubicBezTo>
                      <a:pt x="33" y="53"/>
                      <a:pt x="34" y="55"/>
                      <a:pt x="35" y="55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36" y="55"/>
                      <a:pt x="37" y="55"/>
                      <a:pt x="37" y="54"/>
                    </a:cubicBezTo>
                    <a:cubicBezTo>
                      <a:pt x="38" y="53"/>
                      <a:pt x="37" y="51"/>
                      <a:pt x="36" y="51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46"/>
                      <a:pt x="34" y="41"/>
                      <a:pt x="33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8" y="42"/>
                      <a:pt x="42" y="48"/>
                      <a:pt x="46" y="55"/>
                    </a:cubicBezTo>
                    <a:cubicBezTo>
                      <a:pt x="45" y="55"/>
                      <a:pt x="45" y="56"/>
                      <a:pt x="45" y="57"/>
                    </a:cubicBezTo>
                    <a:cubicBezTo>
                      <a:pt x="45" y="58"/>
                      <a:pt x="46" y="59"/>
                      <a:pt x="48" y="59"/>
                    </a:cubicBezTo>
                    <a:cubicBezTo>
                      <a:pt x="48" y="59"/>
                      <a:pt x="48" y="59"/>
                      <a:pt x="48" y="59"/>
                    </a:cubicBezTo>
                    <a:cubicBezTo>
                      <a:pt x="49" y="59"/>
                      <a:pt x="51" y="58"/>
                      <a:pt x="50" y="56"/>
                    </a:cubicBezTo>
                    <a:cubicBezTo>
                      <a:pt x="50" y="55"/>
                      <a:pt x="49" y="54"/>
                      <a:pt x="48" y="54"/>
                    </a:cubicBezTo>
                    <a:cubicBezTo>
                      <a:pt x="48" y="54"/>
                      <a:pt x="48" y="54"/>
                      <a:pt x="47" y="54"/>
                    </a:cubicBezTo>
                    <a:cubicBezTo>
                      <a:pt x="47" y="54"/>
                      <a:pt x="47" y="54"/>
                      <a:pt x="47" y="54"/>
                    </a:cubicBezTo>
                    <a:cubicBezTo>
                      <a:pt x="43" y="48"/>
                      <a:pt x="39" y="41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7"/>
                      <a:pt x="42" y="40"/>
                      <a:pt x="45" y="42"/>
                    </a:cubicBezTo>
                    <a:cubicBezTo>
                      <a:pt x="45" y="43"/>
                      <a:pt x="45" y="44"/>
                      <a:pt x="46" y="45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8" y="45"/>
                      <a:pt x="49" y="44"/>
                      <a:pt x="49" y="43"/>
                    </a:cubicBezTo>
                    <a:cubicBezTo>
                      <a:pt x="49" y="42"/>
                      <a:pt x="49" y="41"/>
                      <a:pt x="48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6" y="40"/>
                      <a:pt x="46" y="41"/>
                      <a:pt x="46" y="41"/>
                    </a:cubicBezTo>
                    <a:cubicBezTo>
                      <a:pt x="42" y="39"/>
                      <a:pt x="39" y="36"/>
                      <a:pt x="36" y="34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43" y="35"/>
                      <a:pt x="49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8"/>
                      <a:pt x="57" y="39"/>
                      <a:pt x="59" y="39"/>
                    </a:cubicBezTo>
                    <a:cubicBezTo>
                      <a:pt x="59" y="39"/>
                      <a:pt x="59" y="39"/>
                      <a:pt x="59" y="39"/>
                    </a:cubicBezTo>
                    <a:cubicBezTo>
                      <a:pt x="61" y="39"/>
                      <a:pt x="62" y="38"/>
                      <a:pt x="62" y="36"/>
                    </a:cubicBezTo>
                    <a:cubicBezTo>
                      <a:pt x="62" y="34"/>
                      <a:pt x="61" y="33"/>
                      <a:pt x="59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7" y="33"/>
                      <a:pt x="56" y="34"/>
                      <a:pt x="56" y="35"/>
                    </a:cubicBezTo>
                    <a:cubicBezTo>
                      <a:pt x="49" y="35"/>
                      <a:pt x="43" y="34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41" y="31"/>
                      <a:pt x="45" y="29"/>
                      <a:pt x="49" y="27"/>
                    </a:cubicBezTo>
                    <a:cubicBezTo>
                      <a:pt x="50" y="28"/>
                      <a:pt x="50" y="28"/>
                      <a:pt x="50" y="28"/>
                    </a:cubicBezTo>
                    <a:cubicBezTo>
                      <a:pt x="51" y="28"/>
                      <a:pt x="51" y="28"/>
                      <a:pt x="51" y="28"/>
                    </a:cubicBezTo>
                    <a:cubicBezTo>
                      <a:pt x="52" y="28"/>
                      <a:pt x="53" y="28"/>
                      <a:pt x="53" y="27"/>
                    </a:cubicBezTo>
                    <a:cubicBezTo>
                      <a:pt x="53" y="26"/>
                      <a:pt x="53" y="25"/>
                      <a:pt x="52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0" y="24"/>
                      <a:pt x="49" y="25"/>
                      <a:pt x="49" y="26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5" y="28"/>
                      <a:pt x="41" y="29"/>
                      <a:pt x="36" y="30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43" y="26"/>
                      <a:pt x="49" y="21"/>
                      <a:pt x="54" y="15"/>
                    </a:cubicBezTo>
                    <a:cubicBezTo>
                      <a:pt x="54" y="16"/>
                      <a:pt x="55" y="16"/>
                      <a:pt x="56" y="16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8" y="16"/>
                      <a:pt x="59" y="14"/>
                      <a:pt x="59" y="13"/>
                    </a:cubicBezTo>
                    <a:cubicBezTo>
                      <a:pt x="59" y="11"/>
                      <a:pt x="57" y="10"/>
                      <a:pt x="56" y="10"/>
                    </a:cubicBezTo>
                    <a:cubicBezTo>
                      <a:pt x="56" y="10"/>
                      <a:pt x="56" y="10"/>
                      <a:pt x="55" y="10"/>
                    </a:cubicBezTo>
                    <a:cubicBezTo>
                      <a:pt x="54" y="10"/>
                      <a:pt x="53" y="12"/>
                      <a:pt x="53" y="13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48" y="20"/>
                      <a:pt x="42" y="25"/>
                      <a:pt x="36" y="29"/>
                    </a:cubicBezTo>
                    <a:cubicBezTo>
                      <a:pt x="35" y="28"/>
                      <a:pt x="35" y="28"/>
                      <a:pt x="35" y="28"/>
                    </a:cubicBezTo>
                    <a:cubicBezTo>
                      <a:pt x="38" y="24"/>
                      <a:pt x="40" y="20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3" y="16"/>
                      <a:pt x="44" y="15"/>
                      <a:pt x="44" y="14"/>
                    </a:cubicBezTo>
                    <a:cubicBezTo>
                      <a:pt x="44" y="13"/>
                      <a:pt x="44" y="12"/>
                      <a:pt x="43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1" y="12"/>
                      <a:pt x="41" y="12"/>
                      <a:pt x="41" y="13"/>
                    </a:cubicBezTo>
                    <a:cubicBezTo>
                      <a:pt x="40" y="14"/>
                      <a:pt x="41" y="15"/>
                      <a:pt x="41" y="15"/>
                    </a:cubicBezTo>
                    <a:cubicBezTo>
                      <a:pt x="40" y="19"/>
                      <a:pt x="37" y="23"/>
                      <a:pt x="35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6" y="20"/>
                      <a:pt x="36" y="12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8" y="5"/>
                      <a:pt x="39" y="4"/>
                      <a:pt x="39" y="3"/>
                    </a:cubicBezTo>
                    <a:cubicBezTo>
                      <a:pt x="39" y="1"/>
                      <a:pt x="38" y="0"/>
                      <a:pt x="36" y="0"/>
                    </a:cubicBezTo>
                  </a:path>
                </a:pathLst>
              </a:custGeom>
              <a:solidFill>
                <a:srgbClr val="FFFFFF">
                  <a:alpha val="74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224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8B09-AF3A-E642-B86F-1F9D3F25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968B-7E04-7D4C-8D13-6ED474E61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20084-7A63-D742-B724-CA0C9731F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ED260-FB02-0545-A81D-CC9ACD06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D3B22-89D0-DF46-8AF0-390F6BB7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9CBF9-C2FA-CB4C-826C-E2428D9E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7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1049-807F-774E-A9DC-541637FFA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B4EA0-A42C-2148-B5C5-F6C6E4376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413E9-25E0-5D42-9E74-33AA20351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D2601-79B5-BC42-887D-DE54AF987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613D9-FA68-2B43-AC20-5F4B480B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57717-9AA4-EC44-9470-BF868592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5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C6A3F-7FD3-4F45-ABE1-51ADF79F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8404B-BE55-2644-8AFB-44E88DFA3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1166-1DFB-DF4E-B9E0-528EDBE3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D804-1871-4F42-9E15-92321D9B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62BD7-1C4D-FB46-B44A-5D47716F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8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1EFA1F-12BA-134F-998D-EEFC724BB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431BC-FC32-4148-AD92-3FF1CDA28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568E-AF83-3042-9FEA-4F6C8D51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EC12F-375D-0247-868E-59DB29E4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F977-7319-174A-A76A-E9F3E306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0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FE1BB6-755B-CA4B-9421-0D6F98C6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CFEB1-72B6-F646-B56D-B446A5C84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5DE5D-1FCB-0845-B7CF-2A55161A8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2759F-72B1-764C-87B1-C6679402B26B}" type="datetimeFigureOut">
              <a:rPr lang="en-US" smtClean="0"/>
              <a:t>12/20/20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895AD-E139-5249-9536-D3AD35BD4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16EC5-4A71-EE46-B8B4-28ACF38D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F4B99-A9D0-EC4A-AB63-1A42B8657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3304026" y="2052499"/>
            <a:ext cx="587846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b="1">
                <a:latin typeface="+mj-lt"/>
              </a:rPr>
              <a:t>Silent Night</a:t>
            </a:r>
          </a:p>
          <a:p>
            <a:pPr algn="ctr"/>
            <a:r>
              <a:rPr lang="en-US" sz="2800" b="1">
                <a:latin typeface="+mj-lt"/>
              </a:rPr>
              <a:t>Words by Joseph Mohr</a:t>
            </a:r>
          </a:p>
          <a:p>
            <a:pPr algn="ctr"/>
            <a:r>
              <a:rPr lang="en-US" sz="2800" b="1">
                <a:latin typeface="+mj-lt"/>
              </a:rPr>
              <a:t>Translated by John F. Young</a:t>
            </a:r>
          </a:p>
          <a:p>
            <a:pPr algn="ctr"/>
            <a:r>
              <a:rPr lang="en-US" sz="2800" b="1">
                <a:latin typeface="+mj-lt"/>
              </a:rPr>
              <a:t>Music by Franz X. Gruber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264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159666" y="2105561"/>
            <a:ext cx="752161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Si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- lent</a:t>
            </a:r>
          </a:p>
        </p:txBody>
      </p:sp>
    </p:spTree>
    <p:extLst>
      <p:ext uri="{BB962C8B-B14F-4D97-AF65-F5344CB8AC3E}">
        <p14:creationId xmlns:p14="http://schemas.microsoft.com/office/powerpoint/2010/main" val="7922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159666" y="2105561"/>
            <a:ext cx="752161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6600" dirty="0"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i -</a:t>
            </a:r>
            <a:r>
              <a:rPr lang="en-US" sz="16600" b="1" dirty="0"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 le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nt</a:t>
            </a:r>
          </a:p>
        </p:txBody>
      </p:sp>
    </p:spTree>
    <p:extLst>
      <p:ext uri="{BB962C8B-B14F-4D97-AF65-F5344CB8AC3E}">
        <p14:creationId xmlns:p14="http://schemas.microsoft.com/office/powerpoint/2010/main" val="31346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159666" y="2105561"/>
            <a:ext cx="787266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Si - le</a:t>
            </a:r>
            <a:r>
              <a:rPr lang="en-US" sz="16600" b="1" dirty="0"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nt</a:t>
            </a:r>
          </a:p>
        </p:txBody>
      </p:sp>
    </p:spTree>
    <p:extLst>
      <p:ext uri="{BB962C8B-B14F-4D97-AF65-F5344CB8AC3E}">
        <p14:creationId xmlns:p14="http://schemas.microsoft.com/office/powerpoint/2010/main" val="144441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984278" y="2105561"/>
            <a:ext cx="597631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night,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42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278288" y="2105561"/>
            <a:ext cx="763542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ho 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-  </a:t>
            </a:r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ly</a:t>
            </a:r>
            <a:endParaRPr lang="en-US" sz="166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06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278288" y="2105561"/>
            <a:ext cx="763542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</a:t>
            </a:r>
            <a:r>
              <a:rPr lang="en-US" sz="16600" b="1" dirty="0">
                <a:latin typeface="Helvetica" pitchFamily="2" charset="0"/>
              </a:rPr>
              <a:t>o  -  </a:t>
            </a:r>
            <a:r>
              <a:rPr lang="en-US" sz="16600" b="1" dirty="0" err="1">
                <a:latin typeface="Helvetica" pitchFamily="2" charset="0"/>
              </a:rPr>
              <a:t>l</a:t>
            </a:r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y</a:t>
            </a:r>
            <a:endParaRPr lang="en-US" sz="166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43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453015" y="2105561"/>
            <a:ext cx="728596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ho  -  </a:t>
            </a:r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l</a:t>
            </a:r>
            <a:r>
              <a:rPr lang="en-US" sz="16600" b="1" dirty="0" err="1">
                <a:latin typeface="Helvetica" pitchFamily="2" charset="0"/>
              </a:rPr>
              <a:t>y</a:t>
            </a:r>
            <a:endParaRPr lang="en-US" sz="166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56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925768" y="2105561"/>
            <a:ext cx="609333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night!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14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4643519" y="2105561"/>
            <a:ext cx="290496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7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5115603" y="2105561"/>
            <a:ext cx="1960793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7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3280966" y="2105561"/>
            <a:ext cx="563006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calm,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43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4819849" y="2105561"/>
            <a:ext cx="255230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10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5115603" y="2105561"/>
            <a:ext cx="1960793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58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693466" y="2105561"/>
            <a:ext cx="680506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bright.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22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634956" y="2105561"/>
            <a:ext cx="692208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latin typeface="Helvetica" pitchFamily="2" charset="0"/>
              </a:rPr>
              <a:t>Round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54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4111322" y="2105561"/>
            <a:ext cx="396935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yon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99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235296" y="2105561"/>
            <a:ext cx="772140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 err="1">
                <a:latin typeface="Helvetica" pitchFamily="2" charset="0"/>
              </a:rPr>
              <a:t>Vir</a:t>
            </a:r>
            <a:r>
              <a:rPr lang="en-US" sz="16600" b="1" dirty="0">
                <a:latin typeface="Helvetica" pitchFamily="2" charset="0"/>
              </a:rPr>
              <a:t>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- gin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78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235296" y="2105561"/>
            <a:ext cx="772140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Vir</a:t>
            </a:r>
            <a:r>
              <a:rPr lang="en-US" sz="16600" b="1" dirty="0">
                <a:latin typeface="Helvetica" pitchFamily="2" charset="0"/>
              </a:rPr>
              <a:t> -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gin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9E1CB-F68A-4645-835A-7F258D0CA326}"/>
              </a:ext>
            </a:extLst>
          </p:cNvPr>
          <p:cNvSpPr txBox="1"/>
          <p:nvPr/>
        </p:nvSpPr>
        <p:spPr>
          <a:xfrm>
            <a:off x="5603045" y="1859340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>
                <a:latin typeface="Helvetica" pitchFamily="2" charset="0"/>
              </a:rPr>
              <a:t>ii</a:t>
            </a:r>
            <a:endParaRPr lang="en-US" sz="166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587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060568" y="2105561"/>
            <a:ext cx="807086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Vir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 </a:t>
            </a:r>
            <a:r>
              <a:rPr lang="en-US" sz="16600" b="1" dirty="0">
                <a:latin typeface="Helvetica" pitchFamily="2" charset="0"/>
              </a:rPr>
              <a:t>gin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958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882186" y="1889106"/>
            <a:ext cx="976260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 Moth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- </a:t>
            </a:r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er</a:t>
            </a:r>
            <a:endParaRPr lang="en-US" sz="166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86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882186" y="1889106"/>
            <a:ext cx="976260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Moth -</a:t>
            </a:r>
            <a:r>
              <a:rPr lang="en-US" sz="16600" b="1" dirty="0">
                <a:latin typeface="Helvetica" pitchFamily="2" charset="0"/>
              </a:rPr>
              <a:t> </a:t>
            </a:r>
            <a:r>
              <a:rPr lang="en-US" sz="16600" b="1" dirty="0" err="1">
                <a:latin typeface="Helvetica" pitchFamily="2" charset="0"/>
              </a:rPr>
              <a:t>er</a:t>
            </a:r>
            <a:endParaRPr lang="en-US" sz="16600" b="1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8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882186" y="1889106"/>
            <a:ext cx="976260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 Moth - </a:t>
            </a:r>
            <a:r>
              <a:rPr lang="en-US" sz="16600" b="1" dirty="0" err="1">
                <a:latin typeface="Helvetica" pitchFamily="2" charset="0"/>
              </a:rPr>
              <a:t>er</a:t>
            </a:r>
            <a:endParaRPr lang="en-US" sz="16600" b="1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0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4111322" y="2105561"/>
            <a:ext cx="396935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14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3047729" y="2105561"/>
            <a:ext cx="609654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Child.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67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751174" y="1889106"/>
            <a:ext cx="668965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Ho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- </a:t>
            </a:r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ly</a:t>
            </a:r>
            <a:endParaRPr lang="en-US" sz="166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52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751174" y="1889106"/>
            <a:ext cx="668965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Ho -</a:t>
            </a:r>
            <a:r>
              <a:rPr lang="en-US" sz="16600" b="1" dirty="0">
                <a:latin typeface="Helvetica" pitchFamily="2" charset="0"/>
              </a:rPr>
              <a:t> </a:t>
            </a:r>
            <a:r>
              <a:rPr lang="en-US" sz="16600" b="1" dirty="0" err="1">
                <a:latin typeface="Helvetica" pitchFamily="2" charset="0"/>
              </a:rPr>
              <a:t>ly</a:t>
            </a:r>
            <a:endParaRPr lang="en-US" sz="16600" b="1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016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335996" y="1889106"/>
            <a:ext cx="752000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In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- </a:t>
            </a:r>
            <a:r>
              <a:rPr lang="en-US" sz="166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fant</a:t>
            </a:r>
            <a:endParaRPr lang="en-US" sz="166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415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161268" y="1889106"/>
            <a:ext cx="7869463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In -</a:t>
            </a:r>
            <a:r>
              <a:rPr lang="en-US" sz="16600" b="1" dirty="0">
                <a:latin typeface="Helvetica" pitchFamily="2" charset="0"/>
              </a:rPr>
              <a:t> </a:t>
            </a:r>
            <a:r>
              <a:rPr lang="en-US" sz="16600" b="1" dirty="0" err="1">
                <a:latin typeface="Helvetica" pitchFamily="2" charset="0"/>
              </a:rPr>
              <a:t>fant</a:t>
            </a:r>
            <a:endParaRPr lang="en-US" sz="16600" b="1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82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4761340" y="2105561"/>
            <a:ext cx="2669320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latin typeface="Helvetica" pitchFamily="2" charset="0"/>
              </a:rPr>
              <a:t>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1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804600" y="1889106"/>
            <a:ext cx="858279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ten 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- 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22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804600" y="1889106"/>
            <a:ext cx="858279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ten -</a:t>
            </a:r>
            <a:r>
              <a:rPr lang="en-US" sz="16600" b="1" dirty="0">
                <a:latin typeface="Helvetica" pitchFamily="2" charset="0"/>
              </a:rPr>
              <a:t> 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887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4111322" y="2105561"/>
            <a:ext cx="396935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47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3519813" y="1889106"/>
            <a:ext cx="5152373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mild,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44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3269091" y="1889106"/>
            <a:ext cx="563006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sleep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400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5057895" y="2105561"/>
            <a:ext cx="207620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478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534495" y="2427715"/>
            <a:ext cx="912301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b="1" dirty="0" err="1">
                <a:latin typeface="Helvetica" pitchFamily="2" charset="0"/>
              </a:rPr>
              <a:t>heav</a:t>
            </a:r>
            <a:r>
              <a:rPr lang="en-US" sz="11500" b="1" dirty="0"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ly</a:t>
            </a:r>
            <a:endParaRPr lang="en-US" sz="115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534495" y="2427715"/>
            <a:ext cx="912301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heav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 </a:t>
            </a:r>
            <a:r>
              <a:rPr lang="en-US" sz="11500" b="1" dirty="0" err="1">
                <a:latin typeface="Helvetica" pitchFamily="2" charset="0"/>
              </a:rPr>
              <a:t>en</a:t>
            </a:r>
            <a:r>
              <a:rPr lang="en-US" sz="11500" b="1" dirty="0"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ly</a:t>
            </a:r>
            <a:endParaRPr lang="en-US" sz="115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262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534495" y="2427715"/>
            <a:ext cx="912301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heav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</a:t>
            </a:r>
            <a:r>
              <a:rPr lang="en-US" sz="11500" b="1" dirty="0">
                <a:latin typeface="Helvetica" pitchFamily="2" charset="0"/>
              </a:rPr>
              <a:t> </a:t>
            </a:r>
            <a:r>
              <a:rPr lang="en-US" sz="11500" b="1" dirty="0" err="1">
                <a:latin typeface="Helvetica" pitchFamily="2" charset="0"/>
              </a:rPr>
              <a:t>ly</a:t>
            </a:r>
            <a:endParaRPr lang="en-US" sz="11500" b="1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743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984411" y="2105561"/>
            <a:ext cx="622317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pea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955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688657" y="2105561"/>
            <a:ext cx="681468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pea</a:t>
            </a:r>
            <a:r>
              <a:rPr lang="en-US" sz="16600" b="1" dirty="0">
                <a:latin typeface="Helvetica" pitchFamily="2" charset="0"/>
              </a:rPr>
              <a:t>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531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3163146" y="1997715"/>
            <a:ext cx="586570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Sle</a:t>
            </a:r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658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3163146" y="1997715"/>
            <a:ext cx="586570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Sle</a:t>
            </a:r>
            <a:r>
              <a:rPr lang="en-US" sz="16600" b="1" dirty="0">
                <a:latin typeface="Helvetica" pitchFamily="2" charset="0"/>
              </a:rPr>
              <a:t>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37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5057895" y="2105561"/>
            <a:ext cx="207620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49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534495" y="2427715"/>
            <a:ext cx="912301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b="1" dirty="0" err="1">
                <a:latin typeface="Helvetica" pitchFamily="2" charset="0"/>
              </a:rPr>
              <a:t>heav</a:t>
            </a:r>
            <a:r>
              <a:rPr lang="en-US" sz="11500" b="1" dirty="0"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ly</a:t>
            </a:r>
            <a:endParaRPr lang="en-US" sz="115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916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534495" y="2427715"/>
            <a:ext cx="912301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heav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 </a:t>
            </a:r>
            <a:r>
              <a:rPr lang="en-US" sz="11500" b="1" dirty="0" err="1">
                <a:latin typeface="Helvetica" pitchFamily="2" charset="0"/>
              </a:rPr>
              <a:t>en</a:t>
            </a:r>
            <a:r>
              <a:rPr lang="en-US" sz="11500" b="1" dirty="0"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ly</a:t>
            </a:r>
            <a:endParaRPr lang="en-US" sz="11500" dirty="0">
              <a:solidFill>
                <a:schemeClr val="bg2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02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1534495" y="2427715"/>
            <a:ext cx="912301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heav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 </a:t>
            </a:r>
            <a:r>
              <a:rPr lang="en-US" sz="1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 -</a:t>
            </a:r>
            <a:r>
              <a:rPr lang="en-US" sz="11500" b="1" dirty="0">
                <a:latin typeface="Helvetica" pitchFamily="2" charset="0"/>
              </a:rPr>
              <a:t> </a:t>
            </a:r>
            <a:r>
              <a:rPr lang="en-US" sz="11500" b="1" dirty="0" err="1">
                <a:latin typeface="Helvetica" pitchFamily="2" charset="0"/>
              </a:rPr>
              <a:t>ly</a:t>
            </a:r>
            <a:endParaRPr lang="en-US" sz="11500" b="1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519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688657" y="2105561"/>
            <a:ext cx="681468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latin typeface="Helvetica" pitchFamily="2" charset="0"/>
              </a:rPr>
              <a:t>peace.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7136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26249-0B86-7247-8F5A-79C6197630E7}"/>
              </a:ext>
            </a:extLst>
          </p:cNvPr>
          <p:cNvSpPr txBox="1"/>
          <p:nvPr/>
        </p:nvSpPr>
        <p:spPr>
          <a:xfrm>
            <a:off x="2315159" y="2105561"/>
            <a:ext cx="756168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b="1" dirty="0">
                <a:latin typeface="Helvetica" pitchFamily="2" charset="0"/>
              </a:rPr>
              <a:t>Great Job!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CFE2C-1D0C-FC41-961B-ED9C40D7C81C}"/>
              </a:ext>
            </a:extLst>
          </p:cNvPr>
          <p:cNvSpPr txBox="1"/>
          <p:nvPr/>
        </p:nvSpPr>
        <p:spPr>
          <a:xfrm>
            <a:off x="13221730" y="-2224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5E7E-C16C-654D-9EA9-B95611194BB3}"/>
              </a:ext>
            </a:extLst>
          </p:cNvPr>
          <p:cNvSpPr txBox="1"/>
          <p:nvPr/>
        </p:nvSpPr>
        <p:spPr>
          <a:xfrm>
            <a:off x="6743700" y="2843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07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140</Words>
  <Application>Microsoft Macintosh PowerPoint</Application>
  <PresentationFormat>Widescreen</PresentationFormat>
  <Paragraphs>53</Paragraphs>
  <Slides>49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Maury Cupitt</dc:creator>
  <cp:lastModifiedBy>Maury Cupitt</cp:lastModifiedBy>
  <cp:revision>37</cp:revision>
  <dcterms:created xsi:type="dcterms:W3CDTF">2020-12-20T19:38:05Z</dcterms:created>
  <dcterms:modified xsi:type="dcterms:W3CDTF">2020-12-21T17:20:33Z</dcterms:modified>
</cp:coreProperties>
</file>